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7"/>
  </p:notesMasterIdLst>
  <p:sldIdLst>
    <p:sldId id="351" r:id="rId5"/>
    <p:sldId id="352" r:id="rId6"/>
  </p:sldIdLst>
  <p:sldSz cx="19046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59D8547F-B3C6-41B7-AC15-B21357C26C2E}">
          <p14:sldIdLst>
            <p14:sldId id="351"/>
          </p14:sldIdLst>
        </p14:section>
        <p14:section name="Instructions" id="{53E2791F-512E-BF4D-8316-73914EEBE1B0}">
          <p14:sldIdLst>
            <p14:sldId id="352"/>
          </p14:sldIdLst>
        </p14:section>
        <p14:section name="Title/intro examples" id="{EAFC2341-9A9E-4C28-BFFA-6B825D0AC4BA}">
          <p14:sldIdLst/>
        </p14:section>
        <p14:section name="Section divider examples" id="{A9F40A45-B498-491F-B229-1F4185ACF804}">
          <p14:sldIdLst/>
        </p14:section>
        <p14:section name="Content slide examples" id="{C335665F-6942-4633-9A59-9BC53EDA1E36}">
          <p14:sldIdLst/>
        </p14:section>
        <p14:section name="Closing slide example" id="{11C5BCDD-05AC-405B-8582-D9D1C38F3D19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EB81"/>
    <a:srgbClr val="E6DCFF"/>
    <a:srgbClr val="0041F0"/>
    <a:srgbClr val="DCAFFF"/>
    <a:srgbClr val="FF50A0"/>
    <a:srgbClr val="FF3246"/>
    <a:srgbClr val="00FFFF"/>
    <a:srgbClr val="D4D4D4"/>
    <a:srgbClr val="BE8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A0BC3CC4-8867-4C89-9D3F-A6A6B9ED4035}">
  <a:tblStyle styleId="{A0BC3CC4-8867-4C89-9D3F-A6A6B9ED4035}" styleName="Acc_Table_1">
    <a:wholeTbl>
      <a:tcTxStyle>
        <a:fontRef idx="minor">
          <a:prstClr val="black"/>
        </a:fontRef>
        <a:schemeClr val="dk1"/>
      </a:tcTxStyle>
      <a:tcStyle>
        <a:tcBdr>
          <a:left>
            <a:ln w="0" cmpd="sng">
              <a:solidFill>
                <a:srgbClr val="FFFFFF"/>
              </a:solidFill>
            </a:ln>
          </a:left>
          <a:right>
            <a:ln w="0" cmpd="sng">
              <a:solidFill>
                <a:srgbClr val="FFFFFF"/>
              </a:solidFill>
            </a:ln>
          </a:right>
          <a:top>
            <a:ln w="0" cmpd="sng">
              <a:solidFill>
                <a:srgbClr val="FFFFFF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6350" cmpd="sng">
              <a:solidFill>
                <a:srgbClr val="D9D9D9"/>
              </a:solidFill>
            </a:ln>
          </a:insideH>
          <a:insideV>
            <a:ln w="6350" cmpd="sng">
              <a:solidFill>
                <a:srgbClr val="D9D9D9"/>
              </a:solidFill>
            </a:ln>
          </a:insideV>
        </a:tcBdr>
        <a:fill>
          <a:noFill/>
        </a:fill>
      </a:tcStyle>
    </a:wholeTbl>
    <a:band1H>
      <a:tcTxStyle>
        <a:fontRef idx="minor">
          <a:prstClr val="black"/>
        </a:fontRef>
        <a:schemeClr val="dk1"/>
      </a:tcTxStyle>
      <a:tcStyle>
        <a:tcBdr/>
        <a:fill>
          <a:solidFill>
            <a:srgbClr val="F2F2F2"/>
          </a:solidFill>
        </a:fill>
      </a:tcStyle>
    </a:band1H>
    <a:band1V>
      <a:tcTxStyle>
        <a:fontRef idx="minor">
          <a:prstClr val="black"/>
        </a:fontRef>
        <a:schemeClr val="dk1"/>
      </a:tcTxStyle>
      <a:tcStyle>
        <a:tcBdr/>
        <a:fill>
          <a:solidFill>
            <a:srgbClr val="F2F2F2"/>
          </a:solidFill>
        </a:fill>
      </a:tcStyle>
    </a:band1V>
    <a:lastCol>
      <a:tcTxStyle b="on">
        <a:fontRef idx="minor">
          <a:prstClr val="black"/>
        </a:fontRef>
        <a:schemeClr val="dk1"/>
      </a:tcTxStyle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TxStyle b="on">
        <a:fontRef idx="minor">
          <a:prstClr val="black"/>
        </a:fontRef>
        <a:schemeClr val="dk1"/>
      </a:tcTxStyle>
      <a:tcStyle>
        <a:tcBdr/>
      </a:tcStyle>
    </a:lastRow>
    <a:firstRow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791" autoAdjust="0"/>
    <p:restoredTop sz="94645" autoAdjust="0"/>
  </p:normalViewPr>
  <p:slideViewPr>
    <p:cSldViewPr snapToGrid="0" showGuides="1">
      <p:cViewPr>
        <p:scale>
          <a:sx n="187" d="100"/>
          <a:sy n="187" d="100"/>
        </p:scale>
        <p:origin x="-2872" y="-8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3516" y="5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1828800" cy="21237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027613" y="0"/>
            <a:ext cx="1828800" cy="21237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fld id="{1DE7078C-3525-4C9B-BF62-C9FD13B9A875}" type="datetimeFigureOut">
              <a:rPr lang="en-US" smtClean="0"/>
              <a:pPr/>
              <a:t>9/10/26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79525" y="274638"/>
            <a:ext cx="7394575" cy="26622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0206" y="2999605"/>
            <a:ext cx="6751750" cy="586989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-1" y="8923817"/>
            <a:ext cx="6217919" cy="21237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399213" y="8917749"/>
            <a:ext cx="457200" cy="21844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fld id="{436E8A87-18DA-4CCE-A8C2-BDBC489258C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3849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12713" indent="-112713" algn="l" defTabSz="914400" rtl="0" eaLnBrk="1" latinLnBrk="0" hangingPunct="1">
      <a:buFont typeface="Arial" panose="020B0604020202020204" pitchFamily="34" charset="0"/>
      <a:buChar char="•"/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230188" indent="-112713" algn="l">
      <a:buFont typeface="Arial" panose="020B0604020202020204" pitchFamily="34" charset="0"/>
      <a:buChar char="•"/>
      <a:defRPr sz="1000">
        <a:latin typeface="+mn-lt"/>
      </a:defRPr>
    </a:lvl2pPr>
    <a:lvl3pPr marL="342900" indent="-112713" algn="l">
      <a:buFont typeface="Arial" panose="020B0604020202020204" pitchFamily="34" charset="0"/>
      <a:buChar char="•"/>
      <a:defRPr sz="900">
        <a:latin typeface="+mn-lt"/>
      </a:defRPr>
    </a:lvl3pPr>
    <a:lvl4pPr marL="460375" indent="-112713" algn="l">
      <a:buFont typeface="Arial" panose="020B0604020202020204" pitchFamily="34" charset="0"/>
      <a:buChar char="•"/>
      <a:defRPr sz="800">
        <a:latin typeface="+mn-lt"/>
      </a:defRPr>
    </a:lvl4pPr>
    <a:lvl5pPr marL="571500" indent="-112713" algn="l">
      <a:buFont typeface="Arial" panose="020B0604020202020204" pitchFamily="34" charset="0"/>
      <a:buChar char="•"/>
      <a:defRPr sz="800">
        <a:latin typeface="+mn-lt"/>
      </a:defRPr>
    </a:lvl5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-GTS centered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23743" y="2318273"/>
            <a:ext cx="10999344" cy="2221454"/>
          </a:xfrm>
        </p:spPr>
        <p:txBody>
          <a:bodyPr anchor="ctr"/>
          <a:lstStyle>
            <a:lvl1pPr algn="ctr">
              <a:defRPr sz="8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Insert Salutation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F21F7E-CEFA-4A8F-862E-8631C40CEA2C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sz="800" noProof="0" dirty="0"/>
              <a:t>Format Background… &gt; Picture or texture fill &gt; Set to one of the dark or mid gradient options</a:t>
            </a:r>
            <a:endParaRPr lang="en-US" sz="800" noProof="0" dirty="0"/>
          </a:p>
        </p:txBody>
      </p:sp>
      <p:sp>
        <p:nvSpPr>
          <p:cNvPr id="10" name="GTS_WH" descr="Accenture Greater Than symbol in white">
            <a:extLst>
              <a:ext uri="{FF2B5EF4-FFF2-40B4-BE49-F238E27FC236}">
                <a16:creationId xmlns:a16="http://schemas.microsoft.com/office/drawing/2014/main" id="{494AA491-F1F8-4D38-B722-DB2F38B198B8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9028786" y="5382386"/>
            <a:ext cx="1002225" cy="70408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6714558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5999" userDrawn="1">
          <p15:clr>
            <a:srgbClr val="C35EA4"/>
          </p15:clr>
        </p15:guide>
        <p15:guide id="3" orient="horz" pos="3608" userDrawn="1">
          <p15:clr>
            <a:srgbClr val="C35E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-Logo centered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23743" y="2318273"/>
            <a:ext cx="10999344" cy="2221454"/>
          </a:xfrm>
        </p:spPr>
        <p:txBody>
          <a:bodyPr anchor="ctr"/>
          <a:lstStyle>
            <a:lvl1pPr algn="ctr">
              <a:defRPr sz="8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Insert Salutation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104FBB-E799-42A8-A4FA-483DC489523D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sz="800" noProof="0" dirty="0"/>
              <a:t>Format Background… &gt; Picture or texture fill &gt; Set to one of the dark or mid gradient options</a:t>
            </a:r>
            <a:endParaRPr lang="en-US" sz="800" noProof="0" dirty="0"/>
          </a:p>
        </p:txBody>
      </p:sp>
      <p:grpSp>
        <p:nvGrpSpPr>
          <p:cNvPr id="12" name="Logo_WH" descr="Accenture logo in white">
            <a:extLst>
              <a:ext uri="{FF2B5EF4-FFF2-40B4-BE49-F238E27FC236}">
                <a16:creationId xmlns:a16="http://schemas.microsoft.com/office/drawing/2014/main" id="{0D82E30B-4E95-4B73-9014-71990AE21DBE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8052043" y="5374204"/>
            <a:ext cx="2942734" cy="496247"/>
            <a:chOff x="1561" y="187"/>
            <a:chExt cx="4536" cy="1195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008CD909-AC78-4980-BB04-8608F18CDC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4205" y="187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8B5D8E88-5919-40A0-A4A4-2E6587AD68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1561" y="690"/>
              <a:ext cx="4536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24700557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698" userDrawn="1">
          <p15:clr>
            <a:srgbClr val="C35EA4"/>
          </p15:clr>
        </p15:guide>
        <p15:guide id="2" pos="5999" userDrawn="1">
          <p15:clr>
            <a:srgbClr val="C35EA4"/>
          </p15:clr>
        </p15:guide>
        <p15:guide id="3" orient="horz" pos="2160" userDrawn="1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-GTS Keylin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7882D0-879F-974F-B35F-EE91948B7F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invGray">
          <a:xfrm>
            <a:off x="0" y="0"/>
            <a:ext cx="19046825" cy="6858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7221921" y="0"/>
            <a:ext cx="1122969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2" y="2318273"/>
            <a:ext cx="10999344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Insert Salutation 72pt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>
          <a:xfrm>
            <a:off x="7015581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sz="1800" noProof="0" dirty="0"/>
          </a:p>
        </p:txBody>
      </p:sp>
    </p:spTree>
    <p:extLst>
      <p:ext uri="{BB962C8B-B14F-4D97-AF65-F5344CB8AC3E}">
        <p14:creationId xmlns:p14="http://schemas.microsoft.com/office/powerpoint/2010/main" val="18708823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-GTS left-image bkg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3E7551B-7F86-46D2-A90B-DF5CC30BDFD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/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2" y="2318273"/>
            <a:ext cx="10999344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Insert Salutation 72pt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>
          <a:xfrm>
            <a:off x="7015581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sz="1800" noProof="0" dirty="0"/>
          </a:p>
        </p:txBody>
      </p:sp>
      <p:sp>
        <p:nvSpPr>
          <p:cNvPr id="6" name="GTS_WH" descr="Accenture Greater Than symbol in white">
            <a:extLst>
              <a:ext uri="{FF2B5EF4-FFF2-40B4-BE49-F238E27FC236}">
                <a16:creationId xmlns:a16="http://schemas.microsoft.com/office/drawing/2014/main" id="{5820492B-C4D2-42F2-B2B8-CB1CE70F894B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213" y="5607812"/>
            <a:ext cx="1002225" cy="70408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7158613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Black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67CB869-86C7-4B5D-B21D-C7104400ECFC}"/>
              </a:ext>
            </a:extLst>
          </p:cNvPr>
          <p:cNvSpPr/>
          <p:nvPr userDrawn="1"/>
        </p:nvSpPr>
        <p:spPr bwMode="blackGray">
          <a:xfrm>
            <a:off x="0" y="0"/>
            <a:ext cx="19046825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7101C55-360F-4A30-88C9-2A386C411E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7221921" y="0"/>
            <a:ext cx="11229691" cy="6858000"/>
          </a:xfrm>
          <a:prstGeom prst="rect">
            <a:avLst/>
          </a:prstGeom>
        </p:spPr>
      </p:pic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5214" y="5282245"/>
            <a:ext cx="4846090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5214" y="5527522"/>
            <a:ext cx="4846090" cy="784378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0772B66-01D8-4BE7-AE8E-C64CA1CF266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5214" y="1429154"/>
            <a:ext cx="8049115" cy="2255710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BC9F1450-A172-44DF-9DE8-E648764972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14" y="3871190"/>
            <a:ext cx="8049115" cy="1092846"/>
          </a:xfrm>
        </p:spPr>
        <p:txBody>
          <a:bodyPr vert="horz" lIns="0" tIns="0" rIns="0" bIns="0" rtlCol="0">
            <a:noAutofit/>
          </a:bodyPr>
          <a:lstStyle>
            <a:lvl1pPr marL="0" indent="0" algn="l">
              <a:lnSpc>
                <a:spcPct val="90000"/>
              </a:lnSpc>
              <a:buNone/>
              <a:defRPr lang="en-US" sz="2400" b="0" i="0" kern="1200" spc="0" dirty="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Palatino Linotype" panose="00000500000000000000" pitchFamily="50" charset="0"/>
              </a:defRPr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1D1C16-1E67-46BA-A7F0-31738E52069F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6060915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Black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A764EB37-3299-4AEF-9398-9D9C84AB73F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14882" y="1336294"/>
            <a:ext cx="12417061" cy="2255710"/>
          </a:xfrm>
        </p:spPr>
        <p:txBody>
          <a:bodyPr anchor="b"/>
          <a:lstStyle>
            <a:lvl1pPr algn="ctr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15" name="Date Placeholder 10">
            <a:extLst>
              <a:ext uri="{FF2B5EF4-FFF2-40B4-BE49-F238E27FC236}">
                <a16:creationId xmlns:a16="http://schemas.microsoft.com/office/drawing/2014/main" id="{C1D8BA10-E028-4E4B-A19C-12B864B010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100368" y="4501939"/>
            <a:ext cx="4846090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ctr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09D55F2-CAE5-4C0F-8D54-A28CECDB93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00368" y="4747217"/>
            <a:ext cx="4846090" cy="245276"/>
          </a:xfrm>
        </p:spPr>
        <p:txBody>
          <a:bodyPr/>
          <a:lstStyle>
            <a:lvl1pPr marL="0" indent="0" algn="ctr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AA97401-81EE-4280-A94C-955E96B0059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4884" y="3866920"/>
            <a:ext cx="12417061" cy="633734"/>
          </a:xfrm>
        </p:spPr>
        <p:txBody>
          <a:bodyPr vert="horz" lIns="0" tIns="0" rIns="0" bIns="0" rtlCol="0">
            <a:noAutofit/>
          </a:bodyPr>
          <a:lstStyle>
            <a:lvl1pPr marL="0" indent="0" algn="ctr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Palatino Linotyp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DC0C86-80A9-481C-A2D5-6F509B89192B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8" name="GTS_WH" descr="Accenture Greater Than symbol in white">
            <a:extLst>
              <a:ext uri="{FF2B5EF4-FFF2-40B4-BE49-F238E27FC236}">
                <a16:creationId xmlns:a16="http://schemas.microsoft.com/office/drawing/2014/main" id="{C703F910-26EC-4B07-B522-B28DEB82C3EA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9028786" y="5382386"/>
            <a:ext cx="1002225" cy="70408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2573483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605" userDrawn="1">
          <p15:clr>
            <a:srgbClr val="C35EA4"/>
          </p15:clr>
        </p15:guide>
        <p15:guide id="2" pos="5999" userDrawn="1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Black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E55EA4F-E473-41EF-9E00-3D69D5F1AE6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14882" y="1336294"/>
            <a:ext cx="12417061" cy="2255710"/>
          </a:xfrm>
        </p:spPr>
        <p:txBody>
          <a:bodyPr anchor="b"/>
          <a:lstStyle>
            <a:lvl1pPr algn="ctr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6" name="Date Placeholder 10">
            <a:extLst>
              <a:ext uri="{FF2B5EF4-FFF2-40B4-BE49-F238E27FC236}">
                <a16:creationId xmlns:a16="http://schemas.microsoft.com/office/drawing/2014/main" id="{0AF5D71E-5FA3-4080-B28F-B3110AB34D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100368" y="4501939"/>
            <a:ext cx="4846090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ctr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51481AAC-1471-4278-A104-D559B82B52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00368" y="4747217"/>
            <a:ext cx="4846090" cy="245276"/>
          </a:xfrm>
        </p:spPr>
        <p:txBody>
          <a:bodyPr/>
          <a:lstStyle>
            <a:lvl1pPr marL="0" indent="0" algn="ctr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BEB3B30-172A-47BC-8F00-43F601E1F8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4884" y="3866920"/>
            <a:ext cx="12417061" cy="633734"/>
          </a:xfrm>
        </p:spPr>
        <p:txBody>
          <a:bodyPr vert="horz" lIns="0" tIns="0" rIns="0" bIns="0" rtlCol="0">
            <a:noAutofit/>
          </a:bodyPr>
          <a:lstStyle>
            <a:lvl1pPr marL="0" indent="0" algn="ctr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Palatino Linotyp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Palatino Linotyp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481612-058D-4A52-B93E-53E75F305C81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grpSp>
        <p:nvGrpSpPr>
          <p:cNvPr id="8" name="Logo_WH" descr="Accenture logo in white">
            <a:extLst>
              <a:ext uri="{FF2B5EF4-FFF2-40B4-BE49-F238E27FC236}">
                <a16:creationId xmlns:a16="http://schemas.microsoft.com/office/drawing/2014/main" id="{C6212C50-BB96-4C0C-BC89-2B3C8082149D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8052043" y="5374204"/>
            <a:ext cx="2942734" cy="496247"/>
            <a:chOff x="1561" y="187"/>
            <a:chExt cx="4536" cy="1195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5A65B91D-87CB-4DC8-B4B1-CE82A8E5C6F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4205" y="187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E102C68A-98DA-4EBB-AAFF-D0C6E56ADE1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1561" y="690"/>
              <a:ext cx="4536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41430539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696" userDrawn="1">
          <p15:clr>
            <a:srgbClr val="C35EA4"/>
          </p15:clr>
        </p15:guide>
        <p15:guide id="2" pos="5999" userDrawn="1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Black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95160" y="381001"/>
            <a:ext cx="12494044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 60pt, long title 48pt, max 3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95160" y="4000503"/>
            <a:ext cx="10755334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rgbClr val="E6DCFF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95160" y="5107308"/>
            <a:ext cx="6428301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95160" y="5352587"/>
            <a:ext cx="6428301" cy="959315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DFBD97-7A23-4453-9DFC-F825350AF9B9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grpSp>
        <p:nvGrpSpPr>
          <p:cNvPr id="8" name="Logo_WH" descr="Accenture logo in white">
            <a:extLst>
              <a:ext uri="{FF2B5EF4-FFF2-40B4-BE49-F238E27FC236}">
                <a16:creationId xmlns:a16="http://schemas.microsoft.com/office/drawing/2014/main" id="{1A7501AC-E717-4CB3-89D9-DEE7B06E1876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4299512" y="5815655"/>
            <a:ext cx="2942734" cy="496247"/>
            <a:chOff x="1561" y="187"/>
            <a:chExt cx="4536" cy="1195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E84F1646-52FE-4716-AED1-FE252A8E05E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4205" y="187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15FBA828-A6EE-4CDC-A2F1-52C5DC0E3C3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1561" y="690"/>
              <a:ext cx="4536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10785629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Black5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0449E654-6B6A-44E6-852C-967C3EDDCA2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/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595215" y="381003"/>
            <a:ext cx="8928199" cy="2476499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95216" y="3108963"/>
            <a:ext cx="6719455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95216" y="4435948"/>
            <a:ext cx="508220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1E34DA31-8586-4EF2-9474-E9CBCF31314E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white">
          <a:xfrm>
            <a:off x="595216" y="4190668"/>
            <a:ext cx="508220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EFDB83-09AD-4E52-93C8-E24DAC9705FB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9" name="GTS_WH" descr="Accenture Greater Than symbol in white">
            <a:extLst>
              <a:ext uri="{FF2B5EF4-FFF2-40B4-BE49-F238E27FC236}">
                <a16:creationId xmlns:a16="http://schemas.microsoft.com/office/drawing/2014/main" id="{08C622A3-6AC3-418E-A8AE-75B117754CFC}"/>
              </a:ext>
            </a:extLst>
          </p:cNvPr>
          <p:cNvSpPr>
            <a:spLocks noChangeAspect="1"/>
          </p:cNvSpPr>
          <p:nvPr userDrawn="1"/>
        </p:nvSpPr>
        <p:spPr bwMode="white">
          <a:xfrm>
            <a:off x="595217" y="5607811"/>
            <a:ext cx="1002225" cy="70408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772658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Black6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12688DA9-25EC-4AC3-AD0E-0CC139E1167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/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5215" y="381003"/>
            <a:ext cx="8928199" cy="2476499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5216" y="4190292"/>
            <a:ext cx="508220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5216" y="4435948"/>
            <a:ext cx="508220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9279EB0A-2DCA-4410-A834-F9A425FF96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5216" y="3108963"/>
            <a:ext cx="6719455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464481-354D-44BF-B8B2-E0AFA2830FDC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grpSp>
        <p:nvGrpSpPr>
          <p:cNvPr id="9" name="Logo_WH" descr="Accenture logo in white">
            <a:extLst>
              <a:ext uri="{FF2B5EF4-FFF2-40B4-BE49-F238E27FC236}">
                <a16:creationId xmlns:a16="http://schemas.microsoft.com/office/drawing/2014/main" id="{BA79480B-BE6F-49EC-829D-D8AF858ABFD8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595216" y="5815655"/>
            <a:ext cx="2942734" cy="496247"/>
            <a:chOff x="1561" y="187"/>
            <a:chExt cx="4536" cy="1195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80D6DAB6-FE72-4647-9B94-83468BA6B4A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4205" y="187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46961114-35B1-4F8E-96CC-0CA3D18133F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1561" y="690"/>
              <a:ext cx="4536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41605010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Black7 Acquisition+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8">
            <a:extLst>
              <a:ext uri="{FF2B5EF4-FFF2-40B4-BE49-F238E27FC236}">
                <a16:creationId xmlns:a16="http://schemas.microsoft.com/office/drawing/2014/main" id="{A84A5767-82AC-46A2-88DD-C31D51E1CB9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/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">
          <a:xfrm>
            <a:off x="595215" y="1322687"/>
            <a:ext cx="8928199" cy="1769720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595216" y="3332733"/>
            <a:ext cx="6719455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595216" y="4670855"/>
            <a:ext cx="508220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1E34DA31-8586-4EF2-9474-E9CBCF31314E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black">
          <a:xfrm>
            <a:off x="595216" y="4425575"/>
            <a:ext cx="508220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EFDB83-09AD-4E52-93C8-E24DAC9705FB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13" name="Picture Placeholder 11" descr="Image placeholder for client logo">
            <a:extLst>
              <a:ext uri="{FF2B5EF4-FFF2-40B4-BE49-F238E27FC236}">
                <a16:creationId xmlns:a16="http://schemas.microsoft.com/office/drawing/2014/main" id="{9B6BF12D-A981-4F4E-B8F1-FF12DC840F2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5216" y="5326818"/>
            <a:ext cx="2943624" cy="985085"/>
          </a:xfrm>
        </p:spPr>
        <p:txBody>
          <a:bodyPr anchor="ctr"/>
          <a:lstStyle>
            <a:lvl1pPr algn="ctr">
              <a:buFont typeface="Arial" panose="020B0604020202020204" pitchFamily="34" charset="0"/>
              <a:buNone/>
              <a:defRPr sz="1400"/>
            </a:lvl1pPr>
          </a:lstStyle>
          <a:p>
            <a:r>
              <a:rPr lang="en-GB" dirty="0"/>
              <a:t>Add client logo</a:t>
            </a:r>
            <a:endParaRPr lang="en-US" dirty="0"/>
          </a:p>
        </p:txBody>
      </p:sp>
      <p:sp>
        <p:nvSpPr>
          <p:cNvPr id="10" name="GTS_WH" descr="Accenture Greater Than symbol in white">
            <a:extLst>
              <a:ext uri="{FF2B5EF4-FFF2-40B4-BE49-F238E27FC236}">
                <a16:creationId xmlns:a16="http://schemas.microsoft.com/office/drawing/2014/main" id="{659D61A8-47A5-47C2-A85A-BCCCBE83C91F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95217" y="381001"/>
            <a:ext cx="1002225" cy="70408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6443005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White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95160" y="381001"/>
            <a:ext cx="12494044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 60pt, long title 48pt, max 3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95160" y="4000503"/>
            <a:ext cx="10755334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95160" y="5107308"/>
            <a:ext cx="6428301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95160" y="5352587"/>
            <a:ext cx="6428301" cy="959315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18ECE-32D7-4F71-A6CA-1144DA38ED6C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grpSp>
        <p:nvGrpSpPr>
          <p:cNvPr id="8" name="Logo_BL" descr="Accenture logo in black and purple">
            <a:extLst>
              <a:ext uri="{FF2B5EF4-FFF2-40B4-BE49-F238E27FC236}">
                <a16:creationId xmlns:a16="http://schemas.microsoft.com/office/drawing/2014/main" id="{35D3F8C8-B2E5-431B-9639-9F05530860E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4290091" y="5815545"/>
            <a:ext cx="2942734" cy="496357"/>
            <a:chOff x="2387" y="1701"/>
            <a:chExt cx="4535" cy="1195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9AD7BAC9-11D9-4846-95CD-5C2B8271475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030" y="1701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A1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1CAEDE4E-DAF3-4FBC-BAEB-E0C26C20EB9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387" y="2204"/>
              <a:ext cx="4535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8553992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White2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0449E654-6B6A-44E6-852C-967C3EDDCA2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595215" y="381003"/>
            <a:ext cx="8928199" cy="2476499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95216" y="3108963"/>
            <a:ext cx="6719455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bg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95216" y="4435948"/>
            <a:ext cx="508220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1E34DA31-8586-4EF2-9474-E9CBCF31314E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white">
          <a:xfrm>
            <a:off x="595216" y="4190668"/>
            <a:ext cx="508220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EFDB83-09AD-4E52-93C8-E24DAC9705FB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pic>
        <p:nvPicPr>
          <p:cNvPr id="10" name="Graphic 9" descr="Accenture Greater Than symbol in purple">
            <a:extLst>
              <a:ext uri="{FF2B5EF4-FFF2-40B4-BE49-F238E27FC236}">
                <a16:creationId xmlns:a16="http://schemas.microsoft.com/office/drawing/2014/main" id="{299A6723-3F53-4981-840E-D1D62874F6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7769" y="5607811"/>
            <a:ext cx="1002180" cy="70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5621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White3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38B557E5-FD3E-49D7-8F2D-F2CFBA8CA18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/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7161CB-9748-47B4-8746-547E8A915299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1C428014-9969-4841-B19D-25CB7221F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">
          <a:xfrm>
            <a:off x="595215" y="384048"/>
            <a:ext cx="8928199" cy="2478024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6D52D49F-987F-4EF2-8666-9805763F686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595216" y="3108963"/>
            <a:ext cx="6719455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33" name="Text Placeholder 16">
            <a:extLst>
              <a:ext uri="{FF2B5EF4-FFF2-40B4-BE49-F238E27FC236}">
                <a16:creationId xmlns:a16="http://schemas.microsoft.com/office/drawing/2014/main" id="{784963B7-4AB8-4BD6-B942-182C4FFFB2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595216" y="4434843"/>
            <a:ext cx="508220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34" name="Date Placeholder 10">
            <a:extLst>
              <a:ext uri="{FF2B5EF4-FFF2-40B4-BE49-F238E27FC236}">
                <a16:creationId xmlns:a16="http://schemas.microsoft.com/office/drawing/2014/main" id="{7722ECA6-F4B8-4408-987A-6078074CB32A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black">
          <a:xfrm>
            <a:off x="595216" y="4190292"/>
            <a:ext cx="508220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grpSp>
        <p:nvGrpSpPr>
          <p:cNvPr id="10" name="Logo_BL" descr="Accenture logo in black and purple">
            <a:extLst>
              <a:ext uri="{FF2B5EF4-FFF2-40B4-BE49-F238E27FC236}">
                <a16:creationId xmlns:a16="http://schemas.microsoft.com/office/drawing/2014/main" id="{854C139D-5D17-4D1A-87BD-07B345E2E51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95216" y="5815546"/>
            <a:ext cx="2942734" cy="496357"/>
            <a:chOff x="2387" y="1701"/>
            <a:chExt cx="4535" cy="1195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6073E091-2A74-4D4D-8C42-D39E8FD65A0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030" y="1701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A1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4DB984E3-DACF-4D7C-B5E4-08F21BF1386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387" y="2204"/>
              <a:ext cx="4535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28519641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White4 Acquisi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95160" y="381001"/>
            <a:ext cx="12494044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 60pt, long title 48pt, max 3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95160" y="4000503"/>
            <a:ext cx="10755334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95160" y="5107308"/>
            <a:ext cx="6428301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95160" y="5352587"/>
            <a:ext cx="6428301" cy="959315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631B51-29F3-4C51-AE6C-41E7796F9933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sp>
        <p:nvSpPr>
          <p:cNvPr id="12" name="Picture Placeholder 11" descr="Image placeholder for client logo">
            <a:extLst>
              <a:ext uri="{FF2B5EF4-FFF2-40B4-BE49-F238E27FC236}">
                <a16:creationId xmlns:a16="http://schemas.microsoft.com/office/drawing/2014/main" id="{75547ED6-CAEB-47AC-A74D-49C552BD6F6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4307643" y="771529"/>
            <a:ext cx="2943624" cy="985085"/>
          </a:xfrm>
        </p:spPr>
        <p:txBody>
          <a:bodyPr anchor="ctr"/>
          <a:lstStyle>
            <a:lvl1pPr algn="ctr">
              <a:buNone/>
              <a:defRPr sz="1400"/>
            </a:lvl1pPr>
          </a:lstStyle>
          <a:p>
            <a:r>
              <a:rPr lang="en-GB" dirty="0"/>
              <a:t>Add client logo</a:t>
            </a:r>
            <a:endParaRPr lang="en-US" dirty="0"/>
          </a:p>
        </p:txBody>
      </p:sp>
      <p:grpSp>
        <p:nvGrpSpPr>
          <p:cNvPr id="9" name="Logo_BL" descr="Accenture logo in black and purple">
            <a:extLst>
              <a:ext uri="{FF2B5EF4-FFF2-40B4-BE49-F238E27FC236}">
                <a16:creationId xmlns:a16="http://schemas.microsoft.com/office/drawing/2014/main" id="{1C5BF709-3623-4620-9FF0-B8F8076A8BE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4290091" y="5815545"/>
            <a:ext cx="2942734" cy="496357"/>
            <a:chOff x="2387" y="1701"/>
            <a:chExt cx="4535" cy="1195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C7B64CB8-485B-4A84-AF6D-C9EF2955140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030" y="1701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A1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74AE1E9A-205A-4C25-A6CD-8452DDD2990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387" y="2204"/>
              <a:ext cx="4535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30988493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White5 Acquisi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95160" y="381001"/>
            <a:ext cx="12494044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 60pt, long title 48pt, max 3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95160" y="4000502"/>
            <a:ext cx="10755334" cy="733891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95160" y="4734391"/>
            <a:ext cx="6428301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95160" y="4979668"/>
            <a:ext cx="6428301" cy="548640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631B51-29F3-4C51-AE6C-41E7796F9933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sp>
        <p:nvSpPr>
          <p:cNvPr id="12" name="Picture Placeholder 11" descr="Image placeholder for client logo">
            <a:extLst>
              <a:ext uri="{FF2B5EF4-FFF2-40B4-BE49-F238E27FC236}">
                <a16:creationId xmlns:a16="http://schemas.microsoft.com/office/drawing/2014/main" id="{75547ED6-CAEB-47AC-A74D-49C552BD6F6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4307643" y="5326818"/>
            <a:ext cx="2943624" cy="985085"/>
          </a:xfrm>
        </p:spPr>
        <p:txBody>
          <a:bodyPr anchor="ctr"/>
          <a:lstStyle>
            <a:lvl1pPr algn="ctr">
              <a:buNone/>
              <a:defRPr sz="1400"/>
            </a:lvl1pPr>
          </a:lstStyle>
          <a:p>
            <a:r>
              <a:rPr lang="en-GB" dirty="0"/>
              <a:t>Add client logo</a:t>
            </a:r>
            <a:endParaRPr lang="en-US" dirty="0"/>
          </a:p>
        </p:txBody>
      </p:sp>
      <p:grpSp>
        <p:nvGrpSpPr>
          <p:cNvPr id="9" name="Logo_BL" descr="Accenture logo in black and purple">
            <a:extLst>
              <a:ext uri="{FF2B5EF4-FFF2-40B4-BE49-F238E27FC236}">
                <a16:creationId xmlns:a16="http://schemas.microsoft.com/office/drawing/2014/main" id="{8D3E8DD1-C700-46AC-AA94-9072B0F3175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795159" y="5815546"/>
            <a:ext cx="2942734" cy="496357"/>
            <a:chOff x="2387" y="1701"/>
            <a:chExt cx="4535" cy="1195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799A1684-BC33-4579-B840-616EB6D11E8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030" y="1701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A1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A5AD5E73-6E1C-44F8-9F73-9F3D4F6DF76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387" y="2204"/>
              <a:ext cx="4535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12237294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White6 Acquisition+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38B557E5-FD3E-49D7-8F2D-F2CFBA8CA18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/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7161CB-9748-47B4-8746-547E8A915299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1C428014-9969-4841-B19D-25CB7221F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">
          <a:xfrm>
            <a:off x="595215" y="384048"/>
            <a:ext cx="8928199" cy="2478024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6D52D49F-987F-4EF2-8666-9805763F686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595216" y="3108963"/>
            <a:ext cx="6719455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33" name="Text Placeholder 16">
            <a:extLst>
              <a:ext uri="{FF2B5EF4-FFF2-40B4-BE49-F238E27FC236}">
                <a16:creationId xmlns:a16="http://schemas.microsoft.com/office/drawing/2014/main" id="{784963B7-4AB8-4BD6-B942-182C4FFFB2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595216" y="4434843"/>
            <a:ext cx="508220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34" name="Date Placeholder 10">
            <a:extLst>
              <a:ext uri="{FF2B5EF4-FFF2-40B4-BE49-F238E27FC236}">
                <a16:creationId xmlns:a16="http://schemas.microsoft.com/office/drawing/2014/main" id="{7722ECA6-F4B8-4408-987A-6078074CB32A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black">
          <a:xfrm>
            <a:off x="595216" y="4206240"/>
            <a:ext cx="508220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1" name="Picture Placeholder 11" descr="Image placeholder for client logo">
            <a:extLst>
              <a:ext uri="{FF2B5EF4-FFF2-40B4-BE49-F238E27FC236}">
                <a16:creationId xmlns:a16="http://schemas.microsoft.com/office/drawing/2014/main" id="{FFB79963-9269-41F8-B968-34FCB68C87F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5507987" y="5326818"/>
            <a:ext cx="2943624" cy="985085"/>
          </a:xfrm>
        </p:spPr>
        <p:txBody>
          <a:bodyPr anchor="ctr"/>
          <a:lstStyle>
            <a:lvl1pPr algn="ctr">
              <a:buNone/>
              <a:defRPr sz="1400"/>
            </a:lvl1pPr>
          </a:lstStyle>
          <a:p>
            <a:r>
              <a:rPr lang="en-GB" dirty="0"/>
              <a:t>Add client logo</a:t>
            </a:r>
            <a:endParaRPr lang="en-US" dirty="0"/>
          </a:p>
        </p:txBody>
      </p:sp>
      <p:grpSp>
        <p:nvGrpSpPr>
          <p:cNvPr id="10" name="Logo_BL" descr="Accenture logo in black and purple">
            <a:extLst>
              <a:ext uri="{FF2B5EF4-FFF2-40B4-BE49-F238E27FC236}">
                <a16:creationId xmlns:a16="http://schemas.microsoft.com/office/drawing/2014/main" id="{854C139D-5D17-4D1A-87BD-07B345E2E51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95216" y="5815546"/>
            <a:ext cx="2942734" cy="496357"/>
            <a:chOff x="2387" y="1701"/>
            <a:chExt cx="4535" cy="1195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6073E091-2A74-4D4D-8C42-D39E8FD65A0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030" y="1701"/>
              <a:ext cx="447" cy="473"/>
            </a:xfrm>
            <a:custGeom>
              <a:avLst/>
              <a:gdLst>
                <a:gd name="T0" fmla="*/ 0 w 931"/>
                <a:gd name="T1" fmla="*/ 696 h 985"/>
                <a:gd name="T2" fmla="*/ 544 w 931"/>
                <a:gd name="T3" fmla="*/ 494 h 985"/>
                <a:gd name="T4" fmla="*/ 0 w 931"/>
                <a:gd name="T5" fmla="*/ 281 h 985"/>
                <a:gd name="T6" fmla="*/ 0 w 931"/>
                <a:gd name="T7" fmla="*/ 0 h 985"/>
                <a:gd name="T8" fmla="*/ 931 w 931"/>
                <a:gd name="T9" fmla="*/ 375 h 985"/>
                <a:gd name="T10" fmla="*/ 931 w 931"/>
                <a:gd name="T11" fmla="*/ 608 h 985"/>
                <a:gd name="T12" fmla="*/ 0 w 931"/>
                <a:gd name="T13" fmla="*/ 985 h 985"/>
                <a:gd name="T14" fmla="*/ 0 w 931"/>
                <a:gd name="T15" fmla="*/ 696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31" h="985">
                  <a:moveTo>
                    <a:pt x="0" y="696"/>
                  </a:moveTo>
                  <a:lnTo>
                    <a:pt x="544" y="494"/>
                  </a:lnTo>
                  <a:lnTo>
                    <a:pt x="0" y="281"/>
                  </a:lnTo>
                  <a:lnTo>
                    <a:pt x="0" y="0"/>
                  </a:lnTo>
                  <a:lnTo>
                    <a:pt x="931" y="375"/>
                  </a:lnTo>
                  <a:lnTo>
                    <a:pt x="931" y="608"/>
                  </a:lnTo>
                  <a:lnTo>
                    <a:pt x="0" y="985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A1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4DB984E3-DACF-4D7C-B5E4-08F21BF1386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387" y="2204"/>
              <a:ext cx="4535" cy="692"/>
            </a:xfrm>
            <a:custGeom>
              <a:avLst/>
              <a:gdLst>
                <a:gd name="T0" fmla="*/ 8952 w 9448"/>
                <a:gd name="T1" fmla="*/ 519 h 1442"/>
                <a:gd name="T2" fmla="*/ 8431 w 9448"/>
                <a:gd name="T3" fmla="*/ 892 h 1442"/>
                <a:gd name="T4" fmla="*/ 9448 w 9448"/>
                <a:gd name="T5" fmla="*/ 819 h 1442"/>
                <a:gd name="T6" fmla="*/ 8967 w 9448"/>
                <a:gd name="T7" fmla="*/ 1221 h 1442"/>
                <a:gd name="T8" fmla="*/ 8961 w 9448"/>
                <a:gd name="T9" fmla="*/ 1442 h 1442"/>
                <a:gd name="T10" fmla="*/ 8008 w 9448"/>
                <a:gd name="T11" fmla="*/ 529 h 1442"/>
                <a:gd name="T12" fmla="*/ 8008 w 9448"/>
                <a:gd name="T13" fmla="*/ 859 h 1442"/>
                <a:gd name="T14" fmla="*/ 7704 w 9448"/>
                <a:gd name="T15" fmla="*/ 329 h 1442"/>
                <a:gd name="T16" fmla="*/ 7178 w 9448"/>
                <a:gd name="T17" fmla="*/ 1259 h 1442"/>
                <a:gd name="T18" fmla="*/ 6522 w 9448"/>
                <a:gd name="T19" fmla="*/ 329 h 1442"/>
                <a:gd name="T20" fmla="*/ 6987 w 9448"/>
                <a:gd name="T21" fmla="*/ 1205 h 1442"/>
                <a:gd name="T22" fmla="*/ 7483 w 9448"/>
                <a:gd name="T23" fmla="*/ 329 h 1442"/>
                <a:gd name="T24" fmla="*/ 6128 w 9448"/>
                <a:gd name="T25" fmla="*/ 329 h 1442"/>
                <a:gd name="T26" fmla="*/ 6128 w 9448"/>
                <a:gd name="T27" fmla="*/ 556 h 1442"/>
                <a:gd name="T28" fmla="*/ 6343 w 9448"/>
                <a:gd name="T29" fmla="*/ 1174 h 1442"/>
                <a:gd name="T30" fmla="*/ 5822 w 9448"/>
                <a:gd name="T31" fmla="*/ 1105 h 1442"/>
                <a:gd name="T32" fmla="*/ 5694 w 9448"/>
                <a:gd name="T33" fmla="*/ 329 h 1442"/>
                <a:gd name="T34" fmla="*/ 6128 w 9448"/>
                <a:gd name="T35" fmla="*/ 0 h 1442"/>
                <a:gd name="T36" fmla="*/ 4900 w 9448"/>
                <a:gd name="T37" fmla="*/ 492 h 1442"/>
                <a:gd name="T38" fmla="*/ 5559 w 9448"/>
                <a:gd name="T39" fmla="*/ 1419 h 1442"/>
                <a:gd name="T40" fmla="*/ 5092 w 9448"/>
                <a:gd name="T41" fmla="*/ 552 h 1442"/>
                <a:gd name="T42" fmla="*/ 4596 w 9448"/>
                <a:gd name="T43" fmla="*/ 1419 h 1442"/>
                <a:gd name="T44" fmla="*/ 4112 w 9448"/>
                <a:gd name="T45" fmla="*/ 748 h 1442"/>
                <a:gd name="T46" fmla="*/ 3921 w 9448"/>
                <a:gd name="T47" fmla="*/ 1442 h 1442"/>
                <a:gd name="T48" fmla="*/ 3910 w 9448"/>
                <a:gd name="T49" fmla="*/ 306 h 1442"/>
                <a:gd name="T50" fmla="*/ 3700 w 9448"/>
                <a:gd name="T51" fmla="*/ 950 h 1442"/>
                <a:gd name="T52" fmla="*/ 4408 w 9448"/>
                <a:gd name="T53" fmla="*/ 1080 h 1442"/>
                <a:gd name="T54" fmla="*/ 2257 w 9448"/>
                <a:gd name="T55" fmla="*/ 886 h 1442"/>
                <a:gd name="T56" fmla="*/ 3258 w 9448"/>
                <a:gd name="T57" fmla="*/ 717 h 1442"/>
                <a:gd name="T58" fmla="*/ 2568 w 9448"/>
                <a:gd name="T59" fmla="*/ 859 h 1442"/>
                <a:gd name="T60" fmla="*/ 2987 w 9448"/>
                <a:gd name="T61" fmla="*/ 1017 h 1442"/>
                <a:gd name="T62" fmla="*/ 1644 w 9448"/>
                <a:gd name="T63" fmla="*/ 1442 h 1442"/>
                <a:gd name="T64" fmla="*/ 1646 w 9448"/>
                <a:gd name="T65" fmla="*/ 306 h 1442"/>
                <a:gd name="T66" fmla="*/ 1653 w 9448"/>
                <a:gd name="T67" fmla="*/ 542 h 1442"/>
                <a:gd name="T68" fmla="*/ 1655 w 9448"/>
                <a:gd name="T69" fmla="*/ 1213 h 1442"/>
                <a:gd name="T70" fmla="*/ 1644 w 9448"/>
                <a:gd name="T71" fmla="*/ 1442 h 1442"/>
                <a:gd name="T72" fmla="*/ 529 w 9448"/>
                <a:gd name="T73" fmla="*/ 953 h 1442"/>
                <a:gd name="T74" fmla="*/ 450 w 9448"/>
                <a:gd name="T75" fmla="*/ 1230 h 1442"/>
                <a:gd name="T76" fmla="*/ 0 w 9448"/>
                <a:gd name="T77" fmla="*/ 1121 h 1442"/>
                <a:gd name="T78" fmla="*/ 650 w 9448"/>
                <a:gd name="T79" fmla="*/ 752 h 1442"/>
                <a:gd name="T80" fmla="*/ 325 w 9448"/>
                <a:gd name="T81" fmla="*/ 667 h 1442"/>
                <a:gd name="T82" fmla="*/ 954 w 9448"/>
                <a:gd name="T83" fmla="*/ 690 h 1442"/>
                <a:gd name="T84" fmla="*/ 656 w 9448"/>
                <a:gd name="T85" fmla="*/ 1294 h 14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48" h="1442">
                  <a:moveTo>
                    <a:pt x="8744" y="748"/>
                  </a:moveTo>
                  <a:lnTo>
                    <a:pt x="9152" y="748"/>
                  </a:lnTo>
                  <a:cubicBezTo>
                    <a:pt x="9146" y="588"/>
                    <a:pt x="9073" y="519"/>
                    <a:pt x="8952" y="519"/>
                  </a:cubicBezTo>
                  <a:cubicBezTo>
                    <a:pt x="8857" y="519"/>
                    <a:pt x="8769" y="571"/>
                    <a:pt x="8744" y="748"/>
                  </a:cubicBezTo>
                  <a:close/>
                  <a:moveTo>
                    <a:pt x="8961" y="1442"/>
                  </a:moveTo>
                  <a:cubicBezTo>
                    <a:pt x="8646" y="1442"/>
                    <a:pt x="8431" y="1255"/>
                    <a:pt x="8431" y="892"/>
                  </a:cubicBezTo>
                  <a:lnTo>
                    <a:pt x="8431" y="871"/>
                  </a:lnTo>
                  <a:cubicBezTo>
                    <a:pt x="8431" y="507"/>
                    <a:pt x="8659" y="306"/>
                    <a:pt x="8950" y="306"/>
                  </a:cubicBezTo>
                  <a:cubicBezTo>
                    <a:pt x="9221" y="306"/>
                    <a:pt x="9448" y="459"/>
                    <a:pt x="9448" y="819"/>
                  </a:cubicBezTo>
                  <a:lnTo>
                    <a:pt x="9448" y="950"/>
                  </a:lnTo>
                  <a:lnTo>
                    <a:pt x="8740" y="950"/>
                  </a:lnTo>
                  <a:cubicBezTo>
                    <a:pt x="8752" y="1146"/>
                    <a:pt x="8836" y="1221"/>
                    <a:pt x="8967" y="1221"/>
                  </a:cubicBezTo>
                  <a:cubicBezTo>
                    <a:pt x="9084" y="1221"/>
                    <a:pt x="9146" y="1159"/>
                    <a:pt x="9167" y="1080"/>
                  </a:cubicBezTo>
                  <a:lnTo>
                    <a:pt x="9448" y="1080"/>
                  </a:lnTo>
                  <a:cubicBezTo>
                    <a:pt x="9415" y="1286"/>
                    <a:pt x="9246" y="1442"/>
                    <a:pt x="8961" y="1442"/>
                  </a:cubicBezTo>
                  <a:close/>
                  <a:moveTo>
                    <a:pt x="7704" y="329"/>
                  </a:moveTo>
                  <a:lnTo>
                    <a:pt x="8008" y="329"/>
                  </a:lnTo>
                  <a:lnTo>
                    <a:pt x="8008" y="529"/>
                  </a:lnTo>
                  <a:cubicBezTo>
                    <a:pt x="8073" y="383"/>
                    <a:pt x="8175" y="315"/>
                    <a:pt x="8335" y="315"/>
                  </a:cubicBezTo>
                  <a:lnTo>
                    <a:pt x="8335" y="615"/>
                  </a:lnTo>
                  <a:cubicBezTo>
                    <a:pt x="8129" y="615"/>
                    <a:pt x="8008" y="677"/>
                    <a:pt x="8008" y="859"/>
                  </a:cubicBezTo>
                  <a:lnTo>
                    <a:pt x="8008" y="1419"/>
                  </a:lnTo>
                  <a:lnTo>
                    <a:pt x="7704" y="1419"/>
                  </a:lnTo>
                  <a:lnTo>
                    <a:pt x="7704" y="329"/>
                  </a:lnTo>
                  <a:close/>
                  <a:moveTo>
                    <a:pt x="7483" y="1419"/>
                  </a:moveTo>
                  <a:lnTo>
                    <a:pt x="7178" y="1419"/>
                  </a:lnTo>
                  <a:lnTo>
                    <a:pt x="7178" y="1259"/>
                  </a:lnTo>
                  <a:cubicBezTo>
                    <a:pt x="7126" y="1363"/>
                    <a:pt x="7024" y="1442"/>
                    <a:pt x="6862" y="1442"/>
                  </a:cubicBezTo>
                  <a:cubicBezTo>
                    <a:pt x="6666" y="1442"/>
                    <a:pt x="6522" y="1323"/>
                    <a:pt x="6522" y="1067"/>
                  </a:cubicBezTo>
                  <a:lnTo>
                    <a:pt x="6522" y="329"/>
                  </a:lnTo>
                  <a:lnTo>
                    <a:pt x="6828" y="329"/>
                  </a:lnTo>
                  <a:lnTo>
                    <a:pt x="6828" y="1021"/>
                  </a:lnTo>
                  <a:cubicBezTo>
                    <a:pt x="6828" y="1146"/>
                    <a:pt x="6878" y="1205"/>
                    <a:pt x="6987" y="1205"/>
                  </a:cubicBezTo>
                  <a:cubicBezTo>
                    <a:pt x="7093" y="1205"/>
                    <a:pt x="7178" y="1138"/>
                    <a:pt x="7178" y="1003"/>
                  </a:cubicBezTo>
                  <a:lnTo>
                    <a:pt x="7178" y="329"/>
                  </a:lnTo>
                  <a:lnTo>
                    <a:pt x="7483" y="329"/>
                  </a:lnTo>
                  <a:lnTo>
                    <a:pt x="7483" y="1419"/>
                  </a:lnTo>
                  <a:close/>
                  <a:moveTo>
                    <a:pt x="6128" y="0"/>
                  </a:moveTo>
                  <a:lnTo>
                    <a:pt x="6128" y="329"/>
                  </a:lnTo>
                  <a:lnTo>
                    <a:pt x="6336" y="329"/>
                  </a:lnTo>
                  <a:lnTo>
                    <a:pt x="6336" y="556"/>
                  </a:lnTo>
                  <a:lnTo>
                    <a:pt x="6128" y="556"/>
                  </a:lnTo>
                  <a:lnTo>
                    <a:pt x="6128" y="1073"/>
                  </a:lnTo>
                  <a:cubicBezTo>
                    <a:pt x="6128" y="1155"/>
                    <a:pt x="6165" y="1192"/>
                    <a:pt x="6236" y="1192"/>
                  </a:cubicBezTo>
                  <a:cubicBezTo>
                    <a:pt x="6280" y="1192"/>
                    <a:pt x="6313" y="1186"/>
                    <a:pt x="6343" y="1174"/>
                  </a:cubicBezTo>
                  <a:lnTo>
                    <a:pt x="6343" y="1411"/>
                  </a:lnTo>
                  <a:cubicBezTo>
                    <a:pt x="6307" y="1422"/>
                    <a:pt x="6247" y="1434"/>
                    <a:pt x="6172" y="1434"/>
                  </a:cubicBezTo>
                  <a:cubicBezTo>
                    <a:pt x="5934" y="1434"/>
                    <a:pt x="5822" y="1326"/>
                    <a:pt x="5822" y="1105"/>
                  </a:cubicBezTo>
                  <a:lnTo>
                    <a:pt x="5822" y="556"/>
                  </a:lnTo>
                  <a:lnTo>
                    <a:pt x="5694" y="556"/>
                  </a:lnTo>
                  <a:lnTo>
                    <a:pt x="5694" y="329"/>
                  </a:lnTo>
                  <a:lnTo>
                    <a:pt x="5822" y="329"/>
                  </a:lnTo>
                  <a:lnTo>
                    <a:pt x="5822" y="125"/>
                  </a:lnTo>
                  <a:lnTo>
                    <a:pt x="6128" y="0"/>
                  </a:lnTo>
                  <a:close/>
                  <a:moveTo>
                    <a:pt x="4596" y="329"/>
                  </a:moveTo>
                  <a:lnTo>
                    <a:pt x="4900" y="329"/>
                  </a:lnTo>
                  <a:lnTo>
                    <a:pt x="4900" y="492"/>
                  </a:lnTo>
                  <a:cubicBezTo>
                    <a:pt x="4954" y="390"/>
                    <a:pt x="5063" y="306"/>
                    <a:pt x="5230" y="306"/>
                  </a:cubicBezTo>
                  <a:cubicBezTo>
                    <a:pt x="5428" y="306"/>
                    <a:pt x="5559" y="425"/>
                    <a:pt x="5559" y="690"/>
                  </a:cubicBezTo>
                  <a:lnTo>
                    <a:pt x="5559" y="1419"/>
                  </a:lnTo>
                  <a:lnTo>
                    <a:pt x="5255" y="1419"/>
                  </a:lnTo>
                  <a:lnTo>
                    <a:pt x="5255" y="736"/>
                  </a:lnTo>
                  <a:cubicBezTo>
                    <a:pt x="5255" y="609"/>
                    <a:pt x="5202" y="552"/>
                    <a:pt x="5092" y="552"/>
                  </a:cubicBezTo>
                  <a:cubicBezTo>
                    <a:pt x="4986" y="552"/>
                    <a:pt x="4900" y="617"/>
                    <a:pt x="4900" y="755"/>
                  </a:cubicBezTo>
                  <a:lnTo>
                    <a:pt x="4900" y="1419"/>
                  </a:lnTo>
                  <a:lnTo>
                    <a:pt x="4596" y="1419"/>
                  </a:lnTo>
                  <a:lnTo>
                    <a:pt x="4596" y="329"/>
                  </a:lnTo>
                  <a:close/>
                  <a:moveTo>
                    <a:pt x="3704" y="748"/>
                  </a:moveTo>
                  <a:lnTo>
                    <a:pt x="4112" y="748"/>
                  </a:lnTo>
                  <a:cubicBezTo>
                    <a:pt x="4106" y="588"/>
                    <a:pt x="4033" y="519"/>
                    <a:pt x="3912" y="519"/>
                  </a:cubicBezTo>
                  <a:cubicBezTo>
                    <a:pt x="3816" y="519"/>
                    <a:pt x="3729" y="571"/>
                    <a:pt x="3704" y="748"/>
                  </a:cubicBezTo>
                  <a:close/>
                  <a:moveTo>
                    <a:pt x="3921" y="1442"/>
                  </a:moveTo>
                  <a:cubicBezTo>
                    <a:pt x="3606" y="1442"/>
                    <a:pt x="3391" y="1255"/>
                    <a:pt x="3391" y="892"/>
                  </a:cubicBezTo>
                  <a:lnTo>
                    <a:pt x="3391" y="871"/>
                  </a:lnTo>
                  <a:cubicBezTo>
                    <a:pt x="3391" y="507"/>
                    <a:pt x="3618" y="306"/>
                    <a:pt x="3910" y="306"/>
                  </a:cubicBezTo>
                  <a:cubicBezTo>
                    <a:pt x="4181" y="306"/>
                    <a:pt x="4408" y="459"/>
                    <a:pt x="4408" y="819"/>
                  </a:cubicBezTo>
                  <a:lnTo>
                    <a:pt x="4408" y="950"/>
                  </a:lnTo>
                  <a:lnTo>
                    <a:pt x="3700" y="950"/>
                  </a:lnTo>
                  <a:cubicBezTo>
                    <a:pt x="3712" y="1146"/>
                    <a:pt x="3795" y="1221"/>
                    <a:pt x="3927" y="1221"/>
                  </a:cubicBezTo>
                  <a:cubicBezTo>
                    <a:pt x="4043" y="1221"/>
                    <a:pt x="4106" y="1159"/>
                    <a:pt x="4127" y="1080"/>
                  </a:cubicBezTo>
                  <a:lnTo>
                    <a:pt x="4408" y="1080"/>
                  </a:lnTo>
                  <a:cubicBezTo>
                    <a:pt x="4375" y="1286"/>
                    <a:pt x="4206" y="1442"/>
                    <a:pt x="3921" y="1442"/>
                  </a:cubicBezTo>
                  <a:close/>
                  <a:moveTo>
                    <a:pt x="2778" y="1442"/>
                  </a:moveTo>
                  <a:cubicBezTo>
                    <a:pt x="2476" y="1442"/>
                    <a:pt x="2257" y="1255"/>
                    <a:pt x="2257" y="886"/>
                  </a:cubicBezTo>
                  <a:lnTo>
                    <a:pt x="2257" y="871"/>
                  </a:lnTo>
                  <a:cubicBezTo>
                    <a:pt x="2257" y="502"/>
                    <a:pt x="2491" y="306"/>
                    <a:pt x="2780" y="306"/>
                  </a:cubicBezTo>
                  <a:cubicBezTo>
                    <a:pt x="3028" y="306"/>
                    <a:pt x="3233" y="432"/>
                    <a:pt x="3258" y="717"/>
                  </a:cubicBezTo>
                  <a:lnTo>
                    <a:pt x="2966" y="717"/>
                  </a:lnTo>
                  <a:cubicBezTo>
                    <a:pt x="2947" y="611"/>
                    <a:pt x="2893" y="542"/>
                    <a:pt x="2787" y="542"/>
                  </a:cubicBezTo>
                  <a:cubicBezTo>
                    <a:pt x="2657" y="542"/>
                    <a:pt x="2568" y="644"/>
                    <a:pt x="2568" y="859"/>
                  </a:cubicBezTo>
                  <a:lnTo>
                    <a:pt x="2568" y="892"/>
                  </a:lnTo>
                  <a:cubicBezTo>
                    <a:pt x="2568" y="1113"/>
                    <a:pt x="2647" y="1213"/>
                    <a:pt x="2789" y="1213"/>
                  </a:cubicBezTo>
                  <a:cubicBezTo>
                    <a:pt x="2893" y="1213"/>
                    <a:pt x="2970" y="1136"/>
                    <a:pt x="2987" y="1017"/>
                  </a:cubicBezTo>
                  <a:lnTo>
                    <a:pt x="3264" y="1017"/>
                  </a:lnTo>
                  <a:cubicBezTo>
                    <a:pt x="3243" y="1265"/>
                    <a:pt x="3074" y="1442"/>
                    <a:pt x="2778" y="1442"/>
                  </a:cubicBezTo>
                  <a:close/>
                  <a:moveTo>
                    <a:pt x="1644" y="1442"/>
                  </a:moveTo>
                  <a:cubicBezTo>
                    <a:pt x="1342" y="1442"/>
                    <a:pt x="1123" y="1255"/>
                    <a:pt x="1123" y="886"/>
                  </a:cubicBezTo>
                  <a:lnTo>
                    <a:pt x="1123" y="871"/>
                  </a:lnTo>
                  <a:cubicBezTo>
                    <a:pt x="1123" y="502"/>
                    <a:pt x="1357" y="306"/>
                    <a:pt x="1646" y="306"/>
                  </a:cubicBezTo>
                  <a:cubicBezTo>
                    <a:pt x="1894" y="306"/>
                    <a:pt x="2099" y="432"/>
                    <a:pt x="2124" y="717"/>
                  </a:cubicBezTo>
                  <a:lnTo>
                    <a:pt x="1832" y="717"/>
                  </a:lnTo>
                  <a:cubicBezTo>
                    <a:pt x="1813" y="611"/>
                    <a:pt x="1759" y="542"/>
                    <a:pt x="1653" y="542"/>
                  </a:cubicBezTo>
                  <a:cubicBezTo>
                    <a:pt x="1523" y="542"/>
                    <a:pt x="1434" y="644"/>
                    <a:pt x="1434" y="859"/>
                  </a:cubicBezTo>
                  <a:lnTo>
                    <a:pt x="1434" y="892"/>
                  </a:lnTo>
                  <a:cubicBezTo>
                    <a:pt x="1434" y="1113"/>
                    <a:pt x="1513" y="1213"/>
                    <a:pt x="1655" y="1213"/>
                  </a:cubicBezTo>
                  <a:cubicBezTo>
                    <a:pt x="1759" y="1213"/>
                    <a:pt x="1836" y="1136"/>
                    <a:pt x="1853" y="1017"/>
                  </a:cubicBezTo>
                  <a:lnTo>
                    <a:pt x="2130" y="1017"/>
                  </a:lnTo>
                  <a:cubicBezTo>
                    <a:pt x="2109" y="1265"/>
                    <a:pt x="1940" y="1442"/>
                    <a:pt x="1644" y="1442"/>
                  </a:cubicBezTo>
                  <a:close/>
                  <a:moveTo>
                    <a:pt x="650" y="1057"/>
                  </a:moveTo>
                  <a:lnTo>
                    <a:pt x="650" y="953"/>
                  </a:lnTo>
                  <a:lnTo>
                    <a:pt x="529" y="953"/>
                  </a:lnTo>
                  <a:cubicBezTo>
                    <a:pt x="379" y="953"/>
                    <a:pt x="302" y="994"/>
                    <a:pt x="302" y="1092"/>
                  </a:cubicBezTo>
                  <a:lnTo>
                    <a:pt x="302" y="1103"/>
                  </a:lnTo>
                  <a:cubicBezTo>
                    <a:pt x="302" y="1178"/>
                    <a:pt x="348" y="1230"/>
                    <a:pt x="450" y="1230"/>
                  </a:cubicBezTo>
                  <a:cubicBezTo>
                    <a:pt x="554" y="1230"/>
                    <a:pt x="650" y="1171"/>
                    <a:pt x="650" y="1057"/>
                  </a:cubicBezTo>
                  <a:close/>
                  <a:moveTo>
                    <a:pt x="358" y="1442"/>
                  </a:moveTo>
                  <a:cubicBezTo>
                    <a:pt x="162" y="1442"/>
                    <a:pt x="0" y="1342"/>
                    <a:pt x="0" y="1121"/>
                  </a:cubicBezTo>
                  <a:lnTo>
                    <a:pt x="0" y="1109"/>
                  </a:lnTo>
                  <a:cubicBezTo>
                    <a:pt x="0" y="840"/>
                    <a:pt x="233" y="752"/>
                    <a:pt x="514" y="752"/>
                  </a:cubicBezTo>
                  <a:lnTo>
                    <a:pt x="650" y="752"/>
                  </a:lnTo>
                  <a:lnTo>
                    <a:pt x="650" y="700"/>
                  </a:lnTo>
                  <a:cubicBezTo>
                    <a:pt x="650" y="592"/>
                    <a:pt x="602" y="525"/>
                    <a:pt x="489" y="525"/>
                  </a:cubicBezTo>
                  <a:cubicBezTo>
                    <a:pt x="387" y="525"/>
                    <a:pt x="333" y="584"/>
                    <a:pt x="325" y="667"/>
                  </a:cubicBezTo>
                  <a:lnTo>
                    <a:pt x="33" y="667"/>
                  </a:lnTo>
                  <a:cubicBezTo>
                    <a:pt x="54" y="425"/>
                    <a:pt x="246" y="306"/>
                    <a:pt x="504" y="306"/>
                  </a:cubicBezTo>
                  <a:cubicBezTo>
                    <a:pt x="767" y="306"/>
                    <a:pt x="954" y="419"/>
                    <a:pt x="954" y="690"/>
                  </a:cubicBezTo>
                  <a:lnTo>
                    <a:pt x="954" y="1419"/>
                  </a:lnTo>
                  <a:lnTo>
                    <a:pt x="656" y="1419"/>
                  </a:lnTo>
                  <a:lnTo>
                    <a:pt x="656" y="1294"/>
                  </a:lnTo>
                  <a:cubicBezTo>
                    <a:pt x="604" y="1374"/>
                    <a:pt x="504" y="1442"/>
                    <a:pt x="358" y="1442"/>
                  </a:cubicBezTo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20259063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: White7 Acquisition+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8">
            <a:extLst>
              <a:ext uri="{FF2B5EF4-FFF2-40B4-BE49-F238E27FC236}">
                <a16:creationId xmlns:a16="http://schemas.microsoft.com/office/drawing/2014/main" id="{A715308A-2B7A-4485-A51C-F3F23FC4264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/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7161CB-9748-47B4-8746-547E8A915299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Go to Brand Space for more cover options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1C428014-9969-4841-B19D-25CB7221F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">
          <a:xfrm>
            <a:off x="595215" y="1322687"/>
            <a:ext cx="8928199" cy="1769720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presentation title here 48pt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6D52D49F-987F-4EF2-8666-9805763F686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595216" y="3332733"/>
            <a:ext cx="6719455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33" name="Text Placeholder 16">
            <a:extLst>
              <a:ext uri="{FF2B5EF4-FFF2-40B4-BE49-F238E27FC236}">
                <a16:creationId xmlns:a16="http://schemas.microsoft.com/office/drawing/2014/main" id="{784963B7-4AB8-4BD6-B942-182C4FFFB2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595216" y="4670855"/>
            <a:ext cx="508220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Presenter 14pt</a:t>
            </a:r>
          </a:p>
        </p:txBody>
      </p:sp>
      <p:sp>
        <p:nvSpPr>
          <p:cNvPr id="34" name="Date Placeholder 10">
            <a:extLst>
              <a:ext uri="{FF2B5EF4-FFF2-40B4-BE49-F238E27FC236}">
                <a16:creationId xmlns:a16="http://schemas.microsoft.com/office/drawing/2014/main" id="{7722ECA6-F4B8-4408-987A-6078074CB32A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black">
          <a:xfrm>
            <a:off x="595216" y="4425575"/>
            <a:ext cx="508220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pic>
        <p:nvPicPr>
          <p:cNvPr id="5" name="Graphic 4" descr="Accenture Greater Than symbol in purple">
            <a:extLst>
              <a:ext uri="{FF2B5EF4-FFF2-40B4-BE49-F238E27FC236}">
                <a16:creationId xmlns:a16="http://schemas.microsoft.com/office/drawing/2014/main" id="{8DD1DFCC-5489-470C-84F4-93032F0960C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7769" y="382725"/>
            <a:ext cx="1002180" cy="704088"/>
          </a:xfrm>
          <a:prstGeom prst="rect">
            <a:avLst/>
          </a:prstGeom>
        </p:spPr>
      </p:pic>
      <p:sp>
        <p:nvSpPr>
          <p:cNvPr id="13" name="Picture Placeholder 11" descr="Image placeholder for client logo">
            <a:extLst>
              <a:ext uri="{FF2B5EF4-FFF2-40B4-BE49-F238E27FC236}">
                <a16:creationId xmlns:a16="http://schemas.microsoft.com/office/drawing/2014/main" id="{05B9195C-3F7A-4A18-80FA-FB81E2ECDE0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5216" y="5326818"/>
            <a:ext cx="2943624" cy="985085"/>
          </a:xfrm>
        </p:spPr>
        <p:txBody>
          <a:bodyPr anchor="ctr"/>
          <a:lstStyle>
            <a:lvl1pPr algn="ctr">
              <a:buNone/>
              <a:defRPr sz="1400"/>
            </a:lvl1pPr>
          </a:lstStyle>
          <a:p>
            <a:r>
              <a:rPr lang="en-GB" dirty="0"/>
              <a:t>Add client logo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3554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ccenture Gradient Dark">
            <a:extLst>
              <a:ext uri="{FF2B5EF4-FFF2-40B4-BE49-F238E27FC236}">
                <a16:creationId xmlns:a16="http://schemas.microsoft.com/office/drawing/2014/main" id="{86F62995-A1F7-47A0-AD35-CBADA97239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8"/>
          <a:stretch/>
        </p:blipFill>
        <p:spPr bwMode="invGray">
          <a:xfrm>
            <a:off x="1851" y="0"/>
            <a:ext cx="19043123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961CA96-71E3-F941-B41E-52928AB911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85640" y="4610102"/>
            <a:ext cx="7737773" cy="147421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0713839" y="381002"/>
            <a:ext cx="7737773" cy="5703315"/>
          </a:xfrm>
          <a:noFill/>
        </p:spPr>
        <p:txBody>
          <a:bodyPr tIns="274320" bIns="274320" anchor="t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85643" y="381000"/>
            <a:ext cx="7737771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title 54pt</a:t>
            </a:r>
          </a:p>
        </p:txBody>
      </p:sp>
      <p:sp>
        <p:nvSpPr>
          <p:cNvPr id="10" name="GTS_WH" descr="Accenture Greater Than symbol in white">
            <a:extLst>
              <a:ext uri="{FF2B5EF4-FFF2-40B4-BE49-F238E27FC236}">
                <a16:creationId xmlns:a16="http://schemas.microsoft.com/office/drawing/2014/main" id="{4B2379EA-B598-42DD-B03E-5C4FC1D468F3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554CD-E019-4C08-B5A4-5F61D7C5C77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A6E358-2729-446E-A347-B15F9BDA987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BA78113E-7EB8-4DE2-8CBF-D29C62304622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482152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Co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ccenture Gradient Mid&#10;">
            <a:extLst>
              <a:ext uri="{FF2B5EF4-FFF2-40B4-BE49-F238E27FC236}">
                <a16:creationId xmlns:a16="http://schemas.microsoft.com/office/drawing/2014/main" id="{D34847E9-71CB-4177-8BB3-C4EDB8A3E2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ltGray">
          <a:xfrm>
            <a:off x="0" y="0"/>
            <a:ext cx="19046825" cy="6858000"/>
          </a:xfrm>
          <a:prstGeom prst="rect">
            <a:avLst/>
          </a:prstGeom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0713839" y="381002"/>
            <a:ext cx="7737773" cy="5703315"/>
          </a:xfrm>
          <a:noFill/>
        </p:spPr>
        <p:txBody>
          <a:bodyPr tIns="274320" bIns="274320" anchor="t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85643" y="381000"/>
            <a:ext cx="7737771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title 54pt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8D88312-3597-964E-9B24-8371E2C856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85640" y="4610102"/>
            <a:ext cx="7737773" cy="1701801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4" name="GTS_WH" descr="Accenture Greater Than symbol in white">
            <a:extLst>
              <a:ext uri="{FF2B5EF4-FFF2-40B4-BE49-F238E27FC236}">
                <a16:creationId xmlns:a16="http://schemas.microsoft.com/office/drawing/2014/main" id="{3FC0722F-C643-4988-96E8-F00519CB3A00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69A96-ECEE-46C8-AC65-A99027BA920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E763AAD7-74C8-41FD-9725-0A3F857D6E23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0860008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Mid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ccenture Gradient Mid">
            <a:extLst>
              <a:ext uri="{FF2B5EF4-FFF2-40B4-BE49-F238E27FC236}">
                <a16:creationId xmlns:a16="http://schemas.microsoft.com/office/drawing/2014/main" id="{CB16898D-3DD4-439C-B43F-558C1FDD364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ltGray">
          <a:xfrm>
            <a:off x="0" y="1"/>
            <a:ext cx="19046825" cy="34289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015D5F-F315-4E58-856E-56BC8490AECE}"/>
              </a:ext>
            </a:extLst>
          </p:cNvPr>
          <p:cNvSpPr/>
          <p:nvPr userDrawn="1"/>
        </p:nvSpPr>
        <p:spPr bwMode="white">
          <a:xfrm>
            <a:off x="0" y="3429002"/>
            <a:ext cx="19046825" cy="3429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85641" y="3889828"/>
            <a:ext cx="9665128" cy="2422072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1785642" y="835806"/>
            <a:ext cx="9665126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noFill/>
                </a:ln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/>
              <a:t>#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4CC28DDD-91C9-FB49-B057-796687C8B0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584508" y="3889830"/>
            <a:ext cx="4676678" cy="2422071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Palatino Linotype" pitchFamily="2" charset="77"/>
              </a:defRPr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24pt</a:t>
            </a:r>
            <a:endParaRPr lang="en-US" dirty="0"/>
          </a:p>
        </p:txBody>
      </p:sp>
      <p:sp>
        <p:nvSpPr>
          <p:cNvPr id="16" name="GTS_WH" descr="Accenture Greater Than symbol in white">
            <a:extLst>
              <a:ext uri="{FF2B5EF4-FFF2-40B4-BE49-F238E27FC236}">
                <a16:creationId xmlns:a16="http://schemas.microsoft.com/office/drawing/2014/main" id="{C5173724-68B6-47CD-B850-71B1407EEAA1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4ADF7-CE17-4A46-8A63-A366F9BB14A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CD7EB03D-A4F9-4B94-8D66-50E64636E3D7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7061314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5215" y="2182000"/>
            <a:ext cx="5103855" cy="269933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  <a:lvl2pPr marL="0" indent="0">
              <a:buNone/>
              <a:defRPr sz="1800"/>
            </a:lvl2pPr>
            <a:lvl3pPr marL="228600">
              <a:buFont typeface="Arial" panose="020B0604020202020204" pitchFamily="34" charset="0"/>
              <a:buChar char="•"/>
              <a:defRPr sz="1800"/>
            </a:lvl3pPr>
            <a:lvl4pPr marL="457200">
              <a:buFont typeface="System Font"/>
              <a:buChar char="–"/>
              <a:defRPr sz="1600"/>
            </a:lvl4pPr>
            <a:lvl5pPr marL="685800">
              <a:buFont typeface="Arial" panose="020B0604020202020204" pitchFamily="34" charset="0"/>
              <a:buChar char="•"/>
              <a:defRPr sz="1600"/>
            </a:lvl5pPr>
          </a:lstStyle>
          <a:p>
            <a:pPr marL="0" marR="0" lvl="0" indent="0" algn="l" defTabSz="228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agenda summary </a:t>
            </a:r>
            <a:r>
              <a:rPr lang="en-GB" dirty="0"/>
              <a:t>here in Palatino Linotype 24pt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7" y="1371604"/>
            <a:ext cx="5103854" cy="810399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Agenda title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59600" y="1371600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57" name="Text Placeholder 17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759600" y="1976478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759600" y="2581356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759600" y="3186234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759600" y="3791112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65" name="Text Placeholder 17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759600" y="4395990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67" name="Text Placeholder 17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759600" y="5000868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69" name="Text Placeholder 17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759600" y="5605747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14851" y="1371600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914851" y="1976478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914851" y="2581356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914851" y="3186234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914851" y="3791112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914851" y="4395990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914851" y="5000868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914851" y="5605747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</a:extLst>
          </p:cNvPr>
          <p:cNvCxnSpPr/>
          <p:nvPr userDrawn="1"/>
        </p:nvCxnSpPr>
        <p:spPr>
          <a:xfrm>
            <a:off x="6319636" y="1371603"/>
            <a:ext cx="0" cy="471948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 Placeholder 17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3838255" y="1371600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3838255" y="1976478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88" name="Text Placeholder 17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3838255" y="2581356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89" name="Text Placeholder 17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3838255" y="3186234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90" name="Text Placeholder 17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3838255" y="3791112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91" name="Text Placeholder 17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3838255" y="4395990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92" name="Text Placeholder 17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3838255" y="5000868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93" name="Text Placeholder 17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3838255" y="5605747"/>
            <a:ext cx="4613354" cy="485340"/>
          </a:xfrm>
        </p:spPr>
        <p:txBody>
          <a:bodyPr anchor="ctr"/>
          <a:lstStyle>
            <a:lvl1pPr>
              <a:spcAft>
                <a:spcPts val="0"/>
              </a:spcAft>
              <a:buNone/>
              <a:defRPr sz="1600"/>
            </a:lvl1pPr>
          </a:lstStyle>
          <a:p>
            <a:pPr lvl="0"/>
            <a:r>
              <a:rPr lang="en-GB" dirty="0"/>
              <a:t>Insert agenda item</a:t>
            </a:r>
            <a:endParaRPr lang="en-US" dirty="0"/>
          </a:p>
        </p:txBody>
      </p:sp>
      <p:sp>
        <p:nvSpPr>
          <p:cNvPr id="94" name="Text Placeholder 17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2993506" y="1371600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95" name="Text Placeholder 17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12993506" y="1976478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96" name="Text Placeholder 17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2993506" y="2581356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97" name="Text Placeholder 17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2993506" y="3186234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98" name="Text Placeholder 1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2993506" y="3791112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99" name="Text Placeholder 17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2993506" y="4395990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100" name="Text Placeholder 17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2993506" y="5000868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101" name="Text Placeholder 17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2993506" y="5605747"/>
            <a:ext cx="632907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##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AC36967-E06B-4969-8A84-34414BB2719E}"/>
              </a:ext>
            </a:extLst>
          </p:cNvPr>
          <p:cNvSpPr>
            <a:spLocks noGrp="1"/>
          </p:cNvSpPr>
          <p:nvPr>
            <p:ph type="dt" sz="half" idx="5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9FC62F-A91E-4A96-A8DD-B514B9CC7898}"/>
              </a:ext>
            </a:extLst>
          </p:cNvPr>
          <p:cNvSpPr>
            <a:spLocks noGrp="1"/>
          </p:cNvSpPr>
          <p:nvPr>
            <p:ph type="sldNum" sz="quarter" idx="56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8763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C6DB689C-7DB3-4046-A1BF-E63F8EF784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87C97B1E-CB9E-4CBC-A6F1-1D4F2E4ECB3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95216" y="1371600"/>
            <a:ext cx="17856398" cy="4940300"/>
          </a:xfrm>
        </p:spPr>
        <p:txBody>
          <a:bodyPr/>
          <a:lstStyle>
            <a:lvl1pPr marL="228600" indent="-228600">
              <a:buFont typeface="Arial" panose="020B0604020202020204" pitchFamily="34" charset="0"/>
              <a:buChar char="•"/>
              <a:defRPr/>
            </a:lvl1pPr>
            <a:lvl2pPr marL="457200">
              <a:defRPr/>
            </a:lvl2pPr>
            <a:lvl3pPr marL="685800">
              <a:defRPr/>
            </a:lvl3pPr>
            <a:lvl4pPr marL="914400">
              <a:defRPr/>
            </a:lvl4pPr>
            <a:lvl5pPr marL="1143000">
              <a:defRPr/>
            </a:lvl5pPr>
          </a:lstStyle>
          <a:p>
            <a:pPr lvl="0"/>
            <a:r>
              <a:rPr lang="en-US" dirty="0"/>
              <a:t>Place text here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B97E9-6648-4C18-B41E-51CD1E7E366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F08054-D45D-43B9-A715-CB9811EA9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50854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ng Headline and 1 Column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6D4EA4B-84F0-4EB3-B6B4-6EAB903D2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6DFCE48E-1DF3-48D6-BD43-BA3B9CE95A0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95216" y="1371601"/>
            <a:ext cx="17856398" cy="4940300"/>
          </a:xfrm>
        </p:spPr>
        <p:txBody>
          <a:bodyPr/>
          <a:lstStyle/>
          <a:p>
            <a:pPr lvl="0"/>
            <a:r>
              <a:rPr lang="en-US" dirty="0"/>
              <a:t>Place text here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GTS_WH" descr="Accenture Greater Than symbol in white">
            <a:extLst>
              <a:ext uri="{FF2B5EF4-FFF2-40B4-BE49-F238E27FC236}">
                <a16:creationId xmlns:a16="http://schemas.microsoft.com/office/drawing/2014/main" id="{5EFDEB3F-4743-43EA-A121-ED3CB6054C7F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E8EF8B7-9D2C-4DDE-ABE1-8FC06C7B0A1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4BD60C-9F72-40D7-86A8-E9D46FD12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9117A191-D16A-460E-B7BA-7BF7C04A205B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4900924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-sub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8001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A49B96C-8E74-4C8B-BDE4-9B82801CA0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95216" y="1949194"/>
            <a:ext cx="17856398" cy="4362706"/>
          </a:xfrm>
        </p:spPr>
        <p:txBody>
          <a:bodyPr/>
          <a:lstStyle/>
          <a:p>
            <a:pPr lvl="0"/>
            <a:r>
              <a:rPr lang="en-US" dirty="0"/>
              <a:t>Place text here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385C65-6BFC-4F61-A214-71B69537BB4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5214" y="1234440"/>
            <a:ext cx="17856398" cy="384048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20pt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61201FE-E268-4CDE-95EA-46510FB9E57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003EBB-4B76-4B76-A883-A5F8C55DD75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74456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31" userDrawn="1">
          <p15:clr>
            <a:srgbClr val="547EBF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2 - Headline + GT Sec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5213" y="3004460"/>
            <a:ext cx="8630593" cy="2865991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  <a:lvl2pPr marL="228600" indent="-228600">
              <a:buFont typeface="Arial" panose="020B0604020202020204" pitchFamily="34" charset="0"/>
              <a:buChar char="•"/>
              <a:defRPr sz="1800"/>
            </a:lvl2pPr>
            <a:lvl3pPr marL="457200">
              <a:buFont typeface="Arial" panose="020B0503030202060203" pitchFamily="34" charset="0"/>
              <a:buChar char="–"/>
              <a:defRPr sz="1800"/>
            </a:lvl3pPr>
            <a:lvl4pPr marL="685800">
              <a:buFont typeface="Arial" panose="020B0604020202020204" pitchFamily="34" charset="0"/>
              <a:buChar char="•"/>
              <a:defRPr sz="1600"/>
            </a:lvl4pPr>
            <a:lvl5pPr marL="914400">
              <a:buFont typeface="Arial" panose="020B0503030202060203" pitchFamily="34" charset="0"/>
              <a:buChar char="–"/>
              <a:defRPr sz="1600"/>
            </a:lvl5pPr>
          </a:lstStyle>
          <a:p>
            <a:pPr marL="0" marR="0" lvl="0" indent="0" algn="l" defTabSz="228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sub-headline here </a:t>
            </a:r>
            <a:r>
              <a:rPr lang="en-GB" dirty="0"/>
              <a:t>in Palatino Linotype 24pt</a:t>
            </a:r>
            <a:r>
              <a:rPr lang="en-US" dirty="0"/>
              <a:t>, indent for other levels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bullet 18pt</a:t>
            </a:r>
          </a:p>
          <a:p>
            <a:pPr lvl="3"/>
            <a:r>
              <a:rPr lang="en-US" dirty="0"/>
              <a:t>Fourth level bullet 16pt</a:t>
            </a:r>
          </a:p>
          <a:p>
            <a:pPr lvl="4"/>
            <a:r>
              <a:rPr lang="en-US" dirty="0"/>
              <a:t>Fifth level bullet 16pt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CC1513EB-EC9B-9B42-BA12-BC659505A76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821018" y="1371601"/>
            <a:ext cx="8630593" cy="450242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Place text here 20pt</a:t>
            </a:r>
          </a:p>
          <a:p>
            <a:pPr lvl="1"/>
            <a:r>
              <a:rPr lang="en-US" dirty="0"/>
              <a:t>Second level 20pt</a:t>
            </a:r>
          </a:p>
          <a:p>
            <a:pPr lvl="2"/>
            <a:r>
              <a:rPr lang="en-US" dirty="0"/>
              <a:t>Third level 20pt</a:t>
            </a:r>
          </a:p>
          <a:p>
            <a:pPr lvl="3"/>
            <a:r>
              <a:rPr lang="en-US" dirty="0"/>
              <a:t>Fourth level 18pt</a:t>
            </a:r>
          </a:p>
          <a:p>
            <a:pPr lvl="4"/>
            <a:r>
              <a:rPr lang="en-US" dirty="0"/>
              <a:t>Fifth level 18pt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6" y="1371601"/>
            <a:ext cx="8630591" cy="1632856"/>
          </a:xfrm>
        </p:spPr>
        <p:txBody>
          <a:bodyPr/>
          <a:lstStyle/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F2282C-BD3B-4F10-981C-FDEEBAADFFC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A98C7D2-83A7-4A9C-99DF-E18DFFFE1BD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85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20" userDrawn="1">
          <p15:clr>
            <a:srgbClr val="C35E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7" y="380999"/>
            <a:ext cx="17856396" cy="987552"/>
          </a:xfrm>
        </p:spPr>
        <p:txBody>
          <a:bodyPr/>
          <a:lstStyle/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42700C7-7F8C-8142-B39A-C4519A48B90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95213" y="1371600"/>
            <a:ext cx="8630591" cy="493776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B1D4973F-C5A4-0C42-BA05-26E23A1AE857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9821020" y="1371600"/>
            <a:ext cx="8630591" cy="493776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3202BE-D67B-4652-93F1-A99CED0D15E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4C61CF-EB8A-421E-B9B8-AA3A4D90D3F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4209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-sub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7" y="380999"/>
            <a:ext cx="17856396" cy="798830"/>
          </a:xfrm>
        </p:spPr>
        <p:txBody>
          <a:bodyPr/>
          <a:lstStyle/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42700C7-7F8C-8142-B39A-C4519A48B90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95213" y="1947672"/>
            <a:ext cx="8630591" cy="4361688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B1D4973F-C5A4-0C42-BA05-26E23A1AE857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9821020" y="1947672"/>
            <a:ext cx="8630591" cy="4361688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8A356218-065E-4505-9831-1D032924567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5214" y="1234440"/>
            <a:ext cx="17856398" cy="384048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20pt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ACFCDC-02F2-450B-8A41-6D602E21D74F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D73D0-E25F-4121-B46E-C977B93C8542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9748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32" userDrawn="1">
          <p15:clr>
            <a:srgbClr val="547EBF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-subtitle and 2 Headings/Co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7" y="380999"/>
            <a:ext cx="17856396" cy="798830"/>
          </a:xfrm>
        </p:spPr>
        <p:txBody>
          <a:bodyPr/>
          <a:lstStyle/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95213" y="1949194"/>
            <a:ext cx="8630593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EDE1E44A-D007-46D2-9E20-283025607FF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9821018" y="1949194"/>
            <a:ext cx="8630593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42700C7-7F8C-8142-B39A-C4519A48B90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95213" y="2772154"/>
            <a:ext cx="8630591" cy="3101872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B1D4973F-C5A4-0C42-BA05-26E23A1AE857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9821020" y="2772154"/>
            <a:ext cx="8630591" cy="3101872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8A356218-065E-4505-9831-1D032924567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5214" y="1234440"/>
            <a:ext cx="17856398" cy="384048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20pt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D801770-C3F9-4ABD-9427-010C745B6059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6BFFAF-2A5A-4146-8785-B71A2FFAD78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450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8" userDrawn="1">
          <p15:clr>
            <a:srgbClr val="C35EA4"/>
          </p15:clr>
        </p15:guide>
        <p15:guide id="2" orient="horz" pos="932" userDrawn="1">
          <p15:clr>
            <a:srgbClr val="547EBF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7" y="381000"/>
            <a:ext cx="17856396" cy="793837"/>
          </a:xfrm>
        </p:spPr>
        <p:txBody>
          <a:bodyPr/>
          <a:lstStyle/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95213" y="2286000"/>
            <a:ext cx="5555324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95213" y="3108960"/>
            <a:ext cx="5555324" cy="2761488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95213" y="1828800"/>
            <a:ext cx="5555324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745751" y="2286000"/>
            <a:ext cx="5555324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6745751" y="3108960"/>
            <a:ext cx="5555324" cy="2761488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marL="11113" lvl="5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503030202060203" pitchFamily="34" charset="0"/>
              <a:buNone/>
              <a:tabLst/>
            </a:pPr>
            <a:r>
              <a:rPr lang="en-US" dirty="0"/>
              <a:t>Sixth level 12pt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6745751" y="1828800"/>
            <a:ext cx="5555324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12896288" y="2286000"/>
            <a:ext cx="5555324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12896288" y="3108960"/>
            <a:ext cx="5555324" cy="2761488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16pt</a:t>
            </a:r>
          </a:p>
          <a:p>
            <a:pPr marL="11113" lvl="5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503030202060203" pitchFamily="34" charset="0"/>
              <a:buNone/>
              <a:tabLst/>
            </a:pPr>
            <a:r>
              <a:rPr lang="en-US" dirty="0"/>
              <a:t>Sixth level 12pt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12896288" y="1828800"/>
            <a:ext cx="5555324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974BDB1-DA1D-43EC-81BC-66135DB7B8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5214" y="1234440"/>
            <a:ext cx="17856398" cy="384048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20pt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141B1F-78D9-4953-A12A-4B67B6AF38A6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96DA2C-092A-4DF9-A6E7-8B070164528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997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3" userDrawn="1">
          <p15:clr>
            <a:srgbClr val="C35EA4"/>
          </p15:clr>
        </p15:guide>
        <p15:guide id="2" orient="horz" pos="932" userDrawn="1">
          <p15:clr>
            <a:srgbClr val="547EBF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95214" y="2286000"/>
            <a:ext cx="4017688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95214" y="1828800"/>
            <a:ext cx="4017688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5208117" y="2286000"/>
            <a:ext cx="401769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5208117" y="1828800"/>
            <a:ext cx="401769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9821018" y="2286000"/>
            <a:ext cx="401769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9821018" y="1828800"/>
            <a:ext cx="401769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973701C-90E3-449B-A44A-0C66B0945601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4433922" y="2286000"/>
            <a:ext cx="401769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Place headline here 24pt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D6CB018D-34A3-4417-AE76-9BB3793F0332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4433922" y="1828800"/>
            <a:ext cx="401769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#</a:t>
            </a:r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595214" y="3108962"/>
            <a:ext cx="4017688" cy="276161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0F6CE73-9C88-264F-A7F2-A3D2B2D1938B}"/>
              </a:ext>
            </a:extLst>
          </p:cNvPr>
          <p:cNvSpPr>
            <a:spLocks noGrp="1"/>
          </p:cNvSpPr>
          <p:nvPr>
            <p:ph sz="half" idx="29" hasCustomPrompt="1"/>
          </p:nvPr>
        </p:nvSpPr>
        <p:spPr>
          <a:xfrm>
            <a:off x="5208118" y="3108962"/>
            <a:ext cx="4017688" cy="276161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F289FE6-F2A2-784D-9D31-047C10F04CDF}"/>
              </a:ext>
            </a:extLst>
          </p:cNvPr>
          <p:cNvSpPr>
            <a:spLocks noGrp="1"/>
          </p:cNvSpPr>
          <p:nvPr>
            <p:ph sz="half" idx="30" hasCustomPrompt="1"/>
          </p:nvPr>
        </p:nvSpPr>
        <p:spPr>
          <a:xfrm>
            <a:off x="9821019" y="3145138"/>
            <a:ext cx="4017688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079B5C1-1D0F-8F40-A376-4AE3B49D1B5A}"/>
              </a:ext>
            </a:extLst>
          </p:cNvPr>
          <p:cNvSpPr>
            <a:spLocks noGrp="1"/>
          </p:cNvSpPr>
          <p:nvPr>
            <p:ph sz="half" idx="31" hasCustomPrompt="1"/>
          </p:nvPr>
        </p:nvSpPr>
        <p:spPr>
          <a:xfrm>
            <a:off x="14433925" y="3108962"/>
            <a:ext cx="4017688" cy="276161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 dirty="0"/>
              <a:t>Place text here 18pt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18pt</a:t>
            </a:r>
          </a:p>
          <a:p>
            <a:pPr lvl="3"/>
            <a:r>
              <a:rPr lang="en-US" dirty="0"/>
              <a:t>Fourth level 16pt</a:t>
            </a:r>
          </a:p>
          <a:p>
            <a:pPr lvl="4"/>
            <a:r>
              <a:rPr lang="en-US" dirty="0"/>
              <a:t>Fifth level 16</a:t>
            </a:r>
          </a:p>
          <a:p>
            <a:pPr lvl="5"/>
            <a:r>
              <a:rPr lang="en-US" dirty="0"/>
              <a:t>Sixth level 12pt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01BF3E00-F066-4583-A5B1-87DD19666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7" y="381000"/>
            <a:ext cx="17856396" cy="793837"/>
          </a:xfrm>
        </p:spPr>
        <p:txBody>
          <a:bodyPr/>
          <a:lstStyle/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5650FA89-A64B-4802-B6DF-D1844A8430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5214" y="1234440"/>
            <a:ext cx="17856398" cy="384048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20pt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E5C63E-F15E-4C0B-AF50-21103AC68C3B}"/>
              </a:ext>
            </a:extLst>
          </p:cNvPr>
          <p:cNvSpPr>
            <a:spLocks noGrp="1"/>
          </p:cNvSpPr>
          <p:nvPr>
            <p:ph type="dt" sz="half" idx="3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0D5FEE-951C-4AB1-A5BA-733E8D6B70AB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975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98" userDrawn="1">
          <p15:clr>
            <a:srgbClr val="C35EA4"/>
          </p15:clr>
        </p15:guide>
        <p15:guide id="2" orient="horz" pos="932" userDrawn="1">
          <p15:clr>
            <a:srgbClr val="547EBF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5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2"/>
            <a:ext cx="17856398" cy="798829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115081" y="2098874"/>
            <a:ext cx="2050896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 dirty="0"/>
              <a:t>Add icon</a:t>
            </a:r>
            <a:endParaRPr lang="en-US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4C854DFB-B17D-45CF-98C3-3882DBE2C32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9614" y="3898902"/>
            <a:ext cx="3101833" cy="1971541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>
                <a:latin typeface="+mj-lt"/>
              </a:defRPr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Headline 20pt</a:t>
            </a:r>
          </a:p>
          <a:p>
            <a:pPr lvl="1"/>
            <a:r>
              <a:rPr lang="en-US" dirty="0"/>
              <a:t>Details 16pt</a:t>
            </a:r>
          </a:p>
          <a:p>
            <a:pPr lvl="2"/>
            <a:r>
              <a:rPr lang="en-US" dirty="0"/>
              <a:t>More details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16" name="Text Placeholder 21">
            <a:extLst>
              <a:ext uri="{FF2B5EF4-FFF2-40B4-BE49-F238E27FC236}">
                <a16:creationId xmlns:a16="http://schemas.microsoft.com/office/drawing/2014/main" id="{C5D125FD-0D25-4E65-82F5-4E18FE84E47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79654" y="3898902"/>
            <a:ext cx="3101833" cy="1979613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>
                <a:latin typeface="+mj-lt"/>
              </a:defRPr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Headline 20pt</a:t>
            </a:r>
          </a:p>
          <a:p>
            <a:pPr lvl="1"/>
            <a:r>
              <a:rPr lang="en-US" dirty="0"/>
              <a:t>Details 16pt</a:t>
            </a:r>
          </a:p>
          <a:p>
            <a:pPr lvl="2"/>
            <a:r>
              <a:rPr lang="en-US" dirty="0"/>
              <a:t>More details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21" name="Text Placeholder 21">
            <a:extLst>
              <a:ext uri="{FF2B5EF4-FFF2-40B4-BE49-F238E27FC236}">
                <a16:creationId xmlns:a16="http://schemas.microsoft.com/office/drawing/2014/main" id="{5B124AA5-6419-4552-97B5-242DA08BE73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969696" y="3898902"/>
            <a:ext cx="3101833" cy="1979613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>
                <a:latin typeface="+mj-lt"/>
              </a:defRPr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Headline 20pt</a:t>
            </a:r>
          </a:p>
          <a:p>
            <a:pPr lvl="1"/>
            <a:r>
              <a:rPr lang="en-US" dirty="0"/>
              <a:t>Details 16pt</a:t>
            </a:r>
          </a:p>
          <a:p>
            <a:pPr lvl="2"/>
            <a:r>
              <a:rPr lang="en-US" dirty="0"/>
              <a:t>More details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23" name="Text Placeholder 21">
            <a:extLst>
              <a:ext uri="{FF2B5EF4-FFF2-40B4-BE49-F238E27FC236}">
                <a16:creationId xmlns:a16="http://schemas.microsoft.com/office/drawing/2014/main" id="{A378CD97-B880-4BCB-AD71-A7C1C1C848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1659736" y="3898902"/>
            <a:ext cx="3101833" cy="1979613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>
                <a:latin typeface="+mj-lt"/>
              </a:defRPr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Headline 20pt</a:t>
            </a:r>
          </a:p>
          <a:p>
            <a:pPr lvl="1"/>
            <a:r>
              <a:rPr lang="en-US" dirty="0"/>
              <a:t>Details 16pt</a:t>
            </a:r>
          </a:p>
          <a:p>
            <a:pPr lvl="2"/>
            <a:r>
              <a:rPr lang="en-US" dirty="0"/>
              <a:t>More details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82CB6C29-05E0-4B43-A2EB-22FEB969E56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5349779" y="3898902"/>
            <a:ext cx="3101833" cy="1979613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>
                <a:latin typeface="+mj-lt"/>
              </a:defRPr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Headline 20pt</a:t>
            </a:r>
          </a:p>
          <a:p>
            <a:pPr lvl="1"/>
            <a:r>
              <a:rPr lang="en-US" dirty="0"/>
              <a:t>Details 16pt</a:t>
            </a:r>
          </a:p>
          <a:p>
            <a:pPr lvl="2"/>
            <a:r>
              <a:rPr lang="en-US" dirty="0"/>
              <a:t>More details 12pt</a:t>
            </a:r>
          </a:p>
          <a:p>
            <a:pPr lvl="3"/>
            <a:r>
              <a:rPr lang="en-US" dirty="0"/>
              <a:t>Bullet point 12pt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13EDE11-CE40-4943-AE63-A3B14CB3C037}"/>
              </a:ext>
            </a:extLst>
          </p:cNvPr>
          <p:cNvCxnSpPr>
            <a:cxnSpLocks/>
          </p:cNvCxnSpPr>
          <p:nvPr userDrawn="1"/>
        </p:nvCxnSpPr>
        <p:spPr>
          <a:xfrm>
            <a:off x="1783401" y="3634154"/>
            <a:ext cx="714256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7ED40C-58DA-45F1-8E80-6A74976C6E1E}"/>
              </a:ext>
            </a:extLst>
          </p:cNvPr>
          <p:cNvCxnSpPr/>
          <p:nvPr userDrawn="1"/>
        </p:nvCxnSpPr>
        <p:spPr>
          <a:xfrm>
            <a:off x="5473443" y="3634154"/>
            <a:ext cx="714256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91A22B2-C08A-41DA-ACB1-5B59B4CDA8DE}"/>
              </a:ext>
            </a:extLst>
          </p:cNvPr>
          <p:cNvCxnSpPr/>
          <p:nvPr userDrawn="1"/>
        </p:nvCxnSpPr>
        <p:spPr>
          <a:xfrm>
            <a:off x="9163483" y="3634154"/>
            <a:ext cx="714256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7D3E374-86AB-4A80-81AD-B09F07C51B80}"/>
              </a:ext>
            </a:extLst>
          </p:cNvPr>
          <p:cNvCxnSpPr/>
          <p:nvPr userDrawn="1"/>
        </p:nvCxnSpPr>
        <p:spPr>
          <a:xfrm>
            <a:off x="12853525" y="3634154"/>
            <a:ext cx="714256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3A5244A-D0CA-43CB-A0DB-296A219EDC9D}"/>
              </a:ext>
            </a:extLst>
          </p:cNvPr>
          <p:cNvCxnSpPr>
            <a:cxnSpLocks/>
          </p:cNvCxnSpPr>
          <p:nvPr userDrawn="1"/>
        </p:nvCxnSpPr>
        <p:spPr>
          <a:xfrm>
            <a:off x="16543567" y="3634154"/>
            <a:ext cx="714256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Picture Placeholder 13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805123" y="2098874"/>
            <a:ext cx="2050896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 dirty="0"/>
              <a:t>Add icon</a:t>
            </a:r>
            <a:endParaRPr lang="en-US" dirty="0"/>
          </a:p>
        </p:txBody>
      </p:sp>
      <p:sp>
        <p:nvSpPr>
          <p:cNvPr id="30" name="Picture Placeholder 13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495164" y="2098874"/>
            <a:ext cx="2050896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 dirty="0"/>
              <a:t>Add icon</a:t>
            </a:r>
            <a:endParaRPr lang="en-US" dirty="0"/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2185205" y="2098874"/>
            <a:ext cx="2050896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 dirty="0"/>
              <a:t>Add icon</a:t>
            </a:r>
            <a:endParaRPr lang="en-US" dirty="0"/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5875248" y="2098874"/>
            <a:ext cx="2050896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 dirty="0"/>
              <a:t>Add icon</a:t>
            </a:r>
            <a:endParaRPr lang="en-US" dirty="0"/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B8D97977-AAE6-4533-93CA-ADE704E9F4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5214" y="1234440"/>
            <a:ext cx="17856398" cy="384048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 dirty="0"/>
              <a:t>Place subtitle here in Palatino Linotype 20pt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E443840-6E6B-4EB9-979C-F63E32C2A658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E5531F-1F72-4FFD-8F72-619B3652C1F0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5126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3" userDrawn="1">
          <p15:clr>
            <a:srgbClr val="C35EA4"/>
          </p15:clr>
        </p15:guide>
        <p15:guide id="2" orient="horz" pos="932" userDrawn="1">
          <p15:clr>
            <a:srgbClr val="547EBF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-Team 4-Box Shad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803848" y="1560513"/>
            <a:ext cx="2959819" cy="1894600"/>
          </a:xfrm>
          <a:solidFill>
            <a:schemeClr val="bg1">
              <a:lumMod val="95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91440" tIns="91440" rIns="0" bIns="0" rtlCol="0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963617" y="1560513"/>
            <a:ext cx="2959819" cy="1894600"/>
          </a:xfrm>
          <a:solidFill>
            <a:schemeClr val="bg1">
              <a:lumMod val="95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91440" tIns="9144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0123386" y="1560513"/>
            <a:ext cx="2959819" cy="1894600"/>
          </a:xfrm>
          <a:solidFill>
            <a:schemeClr val="bg1">
              <a:lumMod val="95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91440" tIns="9144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14283155" y="1560513"/>
            <a:ext cx="2959819" cy="1894600"/>
          </a:xfrm>
          <a:solidFill>
            <a:schemeClr val="bg1">
              <a:lumMod val="95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91440" tIns="9144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85299B8E-3F01-2548-8001-539E1BC628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03844" y="3914042"/>
            <a:ext cx="3199442" cy="239785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solidFill>
                  <a:schemeClr val="accent2"/>
                </a:solidFill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</a:t>
            </a:r>
            <a:br>
              <a:rPr lang="en-US" dirty="0"/>
            </a:br>
            <a:r>
              <a:rPr lang="en-US" dirty="0"/>
              <a:t>Last name 21pt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4E426F14-FA6B-9D46-869F-A452B7018F4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963616" y="3914042"/>
            <a:ext cx="3199442" cy="239785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100" b="0" i="0" kern="1200" dirty="0" smtClean="0">
                <a:solidFill>
                  <a:schemeClr val="accent2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</a:t>
            </a:r>
            <a:br>
              <a:rPr lang="en-US" dirty="0"/>
            </a:br>
            <a:r>
              <a:rPr lang="en-US" dirty="0"/>
              <a:t>Last name 21pt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50" name="Text Placeholder 21">
            <a:extLst>
              <a:ext uri="{FF2B5EF4-FFF2-40B4-BE49-F238E27FC236}">
                <a16:creationId xmlns:a16="http://schemas.microsoft.com/office/drawing/2014/main" id="{538B1F0C-0682-354C-9C2E-DEAF9D4D61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123385" y="3914042"/>
            <a:ext cx="3199442" cy="239785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100" b="0" i="0" kern="1200" dirty="0" smtClean="0">
                <a:solidFill>
                  <a:schemeClr val="accent2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</a:t>
            </a:r>
            <a:br>
              <a:rPr lang="en-US" dirty="0"/>
            </a:br>
            <a:r>
              <a:rPr lang="en-US" dirty="0"/>
              <a:t>Last name 21pt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51" name="Text Placeholder 21">
            <a:extLst>
              <a:ext uri="{FF2B5EF4-FFF2-40B4-BE49-F238E27FC236}">
                <a16:creationId xmlns:a16="http://schemas.microsoft.com/office/drawing/2014/main" id="{C69C98AC-20D5-A44F-AEBD-63FEBDE614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283154" y="3914042"/>
            <a:ext cx="3199442" cy="239785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100" b="0" i="0" kern="1200" dirty="0" smtClean="0">
                <a:solidFill>
                  <a:schemeClr val="accent2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</a:t>
            </a:r>
            <a:br>
              <a:rPr lang="en-US" dirty="0"/>
            </a:br>
            <a:r>
              <a:rPr lang="en-US" dirty="0"/>
              <a:t>Last name 21pt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E3109A-368D-4DCA-B078-4A0F050889E0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A0C8D5-C033-461A-958D-290DCBC41F1C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1865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-Team 6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8224852-B872-0E48-9DF5-0937E260C3B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95213" y="1845611"/>
            <a:ext cx="2428470" cy="1554480"/>
          </a:xfrm>
          <a:solidFill>
            <a:schemeClr val="bg1">
              <a:lumMod val="95000"/>
            </a:schemeClr>
          </a:solidFill>
        </p:spPr>
        <p:txBody>
          <a:bodyPr lIns="91440" tIns="0"/>
          <a:lstStyle>
            <a:lvl1pPr marL="0" indent="0">
              <a:buNone/>
              <a:defRPr sz="1800" b="0"/>
            </a:lvl1pPr>
          </a:lstStyle>
          <a:p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680799" y="1845611"/>
            <a:ext cx="2428470" cy="1554480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3" name="Picture Placeholder 13">
            <a:extLst>
              <a:ext uri="{FF2B5EF4-FFF2-40B4-BE49-F238E27FC236}">
                <a16:creationId xmlns:a16="http://schemas.microsoft.com/office/drawing/2014/main" id="{4340D6FD-1887-3544-A26E-8F335B859B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766385" y="1845611"/>
            <a:ext cx="2428470" cy="1554480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FA080C1D-BB93-B249-9F54-C5F7A16E098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851970" y="1845611"/>
            <a:ext cx="2428470" cy="1554480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5" name="Picture Placeholder 13">
            <a:extLst>
              <a:ext uri="{FF2B5EF4-FFF2-40B4-BE49-F238E27FC236}">
                <a16:creationId xmlns:a16="http://schemas.microsoft.com/office/drawing/2014/main" id="{A1C6FF20-E7DF-8F42-9AE5-920A6769DA4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6023142" y="1845611"/>
            <a:ext cx="2428470" cy="1554480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CA9187A3-C074-9F44-8687-E31C02BD508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2937556" y="1845611"/>
            <a:ext cx="2428470" cy="1554480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BEB5A56-DED2-134F-B0DE-11936982FF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9612" y="3926555"/>
            <a:ext cx="2428470" cy="194389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28" name="Text Placeholder 21">
            <a:extLst>
              <a:ext uri="{FF2B5EF4-FFF2-40B4-BE49-F238E27FC236}">
                <a16:creationId xmlns:a16="http://schemas.microsoft.com/office/drawing/2014/main" id="{923321BD-6745-7944-910F-B8C8E4AC31D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676319" y="3926555"/>
            <a:ext cx="2428470" cy="1951961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29" name="Text Placeholder 21">
            <a:extLst>
              <a:ext uri="{FF2B5EF4-FFF2-40B4-BE49-F238E27FC236}">
                <a16:creationId xmlns:a16="http://schemas.microsoft.com/office/drawing/2014/main" id="{2A6C4DC7-1806-A74D-B434-61FF385F82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63025" y="3926555"/>
            <a:ext cx="2428470" cy="1951961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30" name="Text Placeholder 21">
            <a:extLst>
              <a:ext uri="{FF2B5EF4-FFF2-40B4-BE49-F238E27FC236}">
                <a16:creationId xmlns:a16="http://schemas.microsoft.com/office/drawing/2014/main" id="{053D7F26-6DC1-034C-B572-B4BFE718C79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849731" y="3926555"/>
            <a:ext cx="2428470" cy="1951961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32" name="Text Placeholder 21">
            <a:extLst>
              <a:ext uri="{FF2B5EF4-FFF2-40B4-BE49-F238E27FC236}">
                <a16:creationId xmlns:a16="http://schemas.microsoft.com/office/drawing/2014/main" id="{E075A489-B7B7-CE40-B061-D8A36AFCC81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936436" y="3926555"/>
            <a:ext cx="2428470" cy="1951961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FF2BF483-5EDC-9242-AD58-57E84F538C8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6023142" y="3926555"/>
            <a:ext cx="2428470" cy="1951961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27" name="Picture Placeholder 4">
            <a:extLst>
              <a:ext uri="{FF2B5EF4-FFF2-40B4-BE49-F238E27FC236}">
                <a16:creationId xmlns:a16="http://schemas.microsoft.com/office/drawing/2014/main" id="{9FEF6117-B6D9-4841-8EFA-DF78BCFA9C0B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589612" y="3672216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8" name="Picture Placeholder 4">
            <a:extLst>
              <a:ext uri="{FF2B5EF4-FFF2-40B4-BE49-F238E27FC236}">
                <a16:creationId xmlns:a16="http://schemas.microsoft.com/office/drawing/2014/main" id="{90B0A6BB-BC70-4436-B334-35CF914D1772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3680799" y="3672216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9" name="Picture Placeholder 4">
            <a:extLst>
              <a:ext uri="{FF2B5EF4-FFF2-40B4-BE49-F238E27FC236}">
                <a16:creationId xmlns:a16="http://schemas.microsoft.com/office/drawing/2014/main" id="{EA23CA56-3568-4982-84E5-176DE32541C2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6766385" y="3672216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40" name="Picture Placeholder 4">
            <a:extLst>
              <a:ext uri="{FF2B5EF4-FFF2-40B4-BE49-F238E27FC236}">
                <a16:creationId xmlns:a16="http://schemas.microsoft.com/office/drawing/2014/main" id="{7E019EA7-B58E-4B17-A663-2E8CCD701589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9851970" y="3672216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9A57066F-5BF5-43F7-A9DA-1788B5511DA7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12937556" y="3672216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45" name="Picture Placeholder 4">
            <a:extLst>
              <a:ext uri="{FF2B5EF4-FFF2-40B4-BE49-F238E27FC236}">
                <a16:creationId xmlns:a16="http://schemas.microsoft.com/office/drawing/2014/main" id="{EA5F90EC-FB85-4041-85C1-409768D3A0C0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16023142" y="3672216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EF35D7-1CC8-4C79-A1E0-8638A1ED7CAD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301404-8E34-4C2F-8D99-239BD7B88412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0345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3" userDrawn="1">
          <p15:clr>
            <a:srgbClr val="C35EA4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ng Headline-Team 6-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8224852-B872-0E48-9DF5-0937E260C3B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95213" y="1845611"/>
            <a:ext cx="2428470" cy="1554480"/>
          </a:xfrm>
          <a:solidFill>
            <a:schemeClr val="tx1">
              <a:lumMod val="95000"/>
            </a:schemeClr>
          </a:solidFill>
        </p:spPr>
        <p:txBody>
          <a:bodyPr lIns="91440"/>
          <a:lstStyle>
            <a:lvl1pPr marL="0" indent="0">
              <a:buNone/>
              <a:defRPr sz="18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680799" y="1845611"/>
            <a:ext cx="2428470" cy="1554480"/>
          </a:xfrm>
          <a:solidFill>
            <a:schemeClr val="tx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3" name="Picture Placeholder 13">
            <a:extLst>
              <a:ext uri="{FF2B5EF4-FFF2-40B4-BE49-F238E27FC236}">
                <a16:creationId xmlns:a16="http://schemas.microsoft.com/office/drawing/2014/main" id="{4340D6FD-1887-3544-A26E-8F335B859B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766385" y="1845611"/>
            <a:ext cx="2428470" cy="1554480"/>
          </a:xfrm>
          <a:solidFill>
            <a:schemeClr val="tx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FA080C1D-BB93-B249-9F54-C5F7A16E098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851970" y="1845611"/>
            <a:ext cx="2428470" cy="1554480"/>
          </a:xfrm>
          <a:solidFill>
            <a:schemeClr val="tx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5" name="Picture Placeholder 13">
            <a:extLst>
              <a:ext uri="{FF2B5EF4-FFF2-40B4-BE49-F238E27FC236}">
                <a16:creationId xmlns:a16="http://schemas.microsoft.com/office/drawing/2014/main" id="{A1C6FF20-E7DF-8F42-9AE5-920A6769DA4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6023142" y="1845611"/>
            <a:ext cx="2428470" cy="1554480"/>
          </a:xfrm>
          <a:solidFill>
            <a:schemeClr val="tx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85299B8E-3F01-2548-8001-539E1BC628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9612" y="3926552"/>
            <a:ext cx="2428470" cy="1943892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4E426F14-FA6B-9D46-869F-A452B7018F4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676319" y="3926555"/>
            <a:ext cx="2428470" cy="1951961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CA9187A3-C074-9F44-8687-E31C02BD508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2937556" y="1845611"/>
            <a:ext cx="2428470" cy="1554480"/>
          </a:xfrm>
          <a:solidFill>
            <a:schemeClr val="tx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50" name="Text Placeholder 21">
            <a:extLst>
              <a:ext uri="{FF2B5EF4-FFF2-40B4-BE49-F238E27FC236}">
                <a16:creationId xmlns:a16="http://schemas.microsoft.com/office/drawing/2014/main" id="{538B1F0C-0682-354C-9C2E-DEAF9D4D61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63025" y="3926552"/>
            <a:ext cx="2428470" cy="1951960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51" name="Text Placeholder 21">
            <a:extLst>
              <a:ext uri="{FF2B5EF4-FFF2-40B4-BE49-F238E27FC236}">
                <a16:creationId xmlns:a16="http://schemas.microsoft.com/office/drawing/2014/main" id="{C69C98AC-20D5-A44F-AEBD-63FEBDE614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849731" y="3926552"/>
            <a:ext cx="2428470" cy="1951960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52" name="Text Placeholder 21">
            <a:extLst>
              <a:ext uri="{FF2B5EF4-FFF2-40B4-BE49-F238E27FC236}">
                <a16:creationId xmlns:a16="http://schemas.microsoft.com/office/drawing/2014/main" id="{6DA3268F-5CC4-7E4D-879D-3A3F1FBF6B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936436" y="3926552"/>
            <a:ext cx="2428470" cy="195195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53" name="Text Placeholder 21">
            <a:extLst>
              <a:ext uri="{FF2B5EF4-FFF2-40B4-BE49-F238E27FC236}">
                <a16:creationId xmlns:a16="http://schemas.microsoft.com/office/drawing/2014/main" id="{855592D2-902A-1146-B433-6648BEC8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6023142" y="3926552"/>
            <a:ext cx="2428470" cy="1943890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Last name</a:t>
            </a:r>
          </a:p>
          <a:p>
            <a:pPr lvl="1"/>
            <a:r>
              <a:rPr lang="en-US" dirty="0"/>
              <a:t>Role 16pt</a:t>
            </a:r>
          </a:p>
          <a:p>
            <a:pPr lvl="2"/>
            <a:r>
              <a:rPr lang="en-US" dirty="0"/>
              <a:t>Short bio 12pt</a:t>
            </a:r>
          </a:p>
          <a:p>
            <a:pPr lvl="3"/>
            <a:r>
              <a:rPr lang="en-US" dirty="0"/>
              <a:t>Bullet point 12pt</a:t>
            </a:r>
          </a:p>
        </p:txBody>
      </p:sp>
      <p:sp>
        <p:nvSpPr>
          <p:cNvPr id="32" name="GTS_WH" descr="Accenture Greater Than symbol in white">
            <a:extLst>
              <a:ext uri="{FF2B5EF4-FFF2-40B4-BE49-F238E27FC236}">
                <a16:creationId xmlns:a16="http://schemas.microsoft.com/office/drawing/2014/main" id="{B49891DC-D80E-4D1B-961E-1B567E0E4535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28" name="Picture Placeholder 4">
            <a:extLst>
              <a:ext uri="{FF2B5EF4-FFF2-40B4-BE49-F238E27FC236}">
                <a16:creationId xmlns:a16="http://schemas.microsoft.com/office/drawing/2014/main" id="{199DF3DD-2E34-4D79-8E11-12CE813E73FA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595213" y="3647164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5" name="Picture Placeholder 4">
            <a:extLst>
              <a:ext uri="{FF2B5EF4-FFF2-40B4-BE49-F238E27FC236}">
                <a16:creationId xmlns:a16="http://schemas.microsoft.com/office/drawing/2014/main" id="{6FCD1A94-A214-4264-842C-B5DA710C1F3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3680799" y="3647164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7" name="Picture Placeholder 4">
            <a:extLst>
              <a:ext uri="{FF2B5EF4-FFF2-40B4-BE49-F238E27FC236}">
                <a16:creationId xmlns:a16="http://schemas.microsoft.com/office/drawing/2014/main" id="{895C1CB4-E517-4380-8170-E8C0CA787FBA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6766385" y="3647164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8" name="Picture Placeholder 4">
            <a:extLst>
              <a:ext uri="{FF2B5EF4-FFF2-40B4-BE49-F238E27FC236}">
                <a16:creationId xmlns:a16="http://schemas.microsoft.com/office/drawing/2014/main" id="{6AFBE91E-BB56-4FAF-ADEB-859CA86F829F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9851970" y="3647164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9" name="Picture Placeholder 4">
            <a:extLst>
              <a:ext uri="{FF2B5EF4-FFF2-40B4-BE49-F238E27FC236}">
                <a16:creationId xmlns:a16="http://schemas.microsoft.com/office/drawing/2014/main" id="{15D78B8A-7ECF-44EE-A95F-FBD072A68894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12937556" y="3647164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40" name="Picture Placeholder 4">
            <a:extLst>
              <a:ext uri="{FF2B5EF4-FFF2-40B4-BE49-F238E27FC236}">
                <a16:creationId xmlns:a16="http://schemas.microsoft.com/office/drawing/2014/main" id="{F2F64C30-F694-4DC6-AAED-5ECA99ECCF51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16023142" y="3647164"/>
            <a:ext cx="714256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284481-1B7D-4FEF-AD70-CBFD72F62133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1B611A-32AD-4363-9F59-4DD34EEBD070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0" name="Footer Placeholder 3">
            <a:extLst>
              <a:ext uri="{FF2B5EF4-FFF2-40B4-BE49-F238E27FC236}">
                <a16:creationId xmlns:a16="http://schemas.microsoft.com/office/drawing/2014/main" id="{0E5A3736-C9C6-4311-80A7-2FFA47E25154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8260289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703" userDrawn="1">
          <p15:clr>
            <a:srgbClr val="C35EA4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-Team 8-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95214" y="1295236"/>
            <a:ext cx="5530883" cy="501666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GB" dirty="0"/>
              <a:t>Place text here, use indent to access other levels 20pt</a:t>
            </a:r>
          </a:p>
          <a:p>
            <a:pPr lvl="1"/>
            <a:r>
              <a:rPr lang="en-GB" dirty="0"/>
              <a:t>Second level 20pt</a:t>
            </a:r>
          </a:p>
          <a:p>
            <a:pPr lvl="2"/>
            <a:r>
              <a:rPr lang="en-GB" dirty="0"/>
              <a:t>Third level 20pt</a:t>
            </a:r>
          </a:p>
          <a:p>
            <a:pPr lvl="3"/>
            <a:r>
              <a:rPr lang="en-GB" dirty="0"/>
              <a:t>Fourth level 18pt</a:t>
            </a:r>
          </a:p>
          <a:p>
            <a:pPr lvl="4"/>
            <a:r>
              <a:rPr lang="en-GB" dirty="0"/>
              <a:t>Fifth level 18pt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45" name="Picture Placeholder 13">
            <a:extLst>
              <a:ext uri="{FF2B5EF4-FFF2-40B4-BE49-F238E27FC236}">
                <a16:creationId xmlns:a16="http://schemas.microsoft.com/office/drawing/2014/main" id="{CD7EAAF9-7102-4351-9F35-C40B3F3819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757968" y="1295236"/>
            <a:ext cx="1854293" cy="1186945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CC40CB3D-DFEA-4056-B2DA-887E7C86324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839346" y="1295236"/>
            <a:ext cx="1854293" cy="1186945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F8BABECB-6F2D-4068-AEE6-A603DAA72EF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6002104" y="1295236"/>
            <a:ext cx="1854293" cy="1186945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914A31DD-59CB-48C9-9C28-954E6B85C62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2920725" y="1295236"/>
            <a:ext cx="1854293" cy="1186945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57" name="Text Placeholder 21">
            <a:extLst>
              <a:ext uri="{FF2B5EF4-FFF2-40B4-BE49-F238E27FC236}">
                <a16:creationId xmlns:a16="http://schemas.microsoft.com/office/drawing/2014/main" id="{224BCF40-5B7A-4471-B077-3EEE956ADC3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57971" y="2786552"/>
            <a:ext cx="2449506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Last name 18pt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503030202060203" pitchFamily="34" charset="0"/>
              <a:buNone/>
            </a:pPr>
            <a:r>
              <a:rPr lang="en-US" dirty="0"/>
              <a:t>Role 14pt</a:t>
            </a:r>
          </a:p>
        </p:txBody>
      </p:sp>
      <p:sp>
        <p:nvSpPr>
          <p:cNvPr id="58" name="Text Placeholder 21">
            <a:extLst>
              <a:ext uri="{FF2B5EF4-FFF2-40B4-BE49-F238E27FC236}">
                <a16:creationId xmlns:a16="http://schemas.microsoft.com/office/drawing/2014/main" id="{68E899C2-D12C-4214-88A5-B7A6E1BCDCE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839350" y="2786552"/>
            <a:ext cx="2449506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Last name 18pt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503030202060203" pitchFamily="34" charset="0"/>
              <a:buNone/>
            </a:pPr>
            <a:r>
              <a:rPr lang="en-US" dirty="0"/>
              <a:t>Role 14pt</a:t>
            </a:r>
          </a:p>
        </p:txBody>
      </p:sp>
      <p:sp>
        <p:nvSpPr>
          <p:cNvPr id="59" name="Text Placeholder 21">
            <a:extLst>
              <a:ext uri="{FF2B5EF4-FFF2-40B4-BE49-F238E27FC236}">
                <a16:creationId xmlns:a16="http://schemas.microsoft.com/office/drawing/2014/main" id="{66A0D763-27FE-421C-A5D9-19A08FC2D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920729" y="2786552"/>
            <a:ext cx="2449506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Last name 18pt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503030202060203" pitchFamily="34" charset="0"/>
              <a:buNone/>
            </a:pPr>
            <a:r>
              <a:rPr lang="en-US" dirty="0"/>
              <a:t>Role 14pt</a:t>
            </a:r>
          </a:p>
        </p:txBody>
      </p:sp>
      <p:sp>
        <p:nvSpPr>
          <p:cNvPr id="78" name="Text Placeholder 21">
            <a:extLst>
              <a:ext uri="{FF2B5EF4-FFF2-40B4-BE49-F238E27FC236}">
                <a16:creationId xmlns:a16="http://schemas.microsoft.com/office/drawing/2014/main" id="{43E52046-A5DE-47E3-A9A3-ADD4F6DB823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6002107" y="2786552"/>
            <a:ext cx="2449506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Last name 18pt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503030202060203" pitchFamily="34" charset="0"/>
              <a:buNone/>
            </a:pPr>
            <a:r>
              <a:rPr lang="en-US" dirty="0"/>
              <a:t>Role 14pt</a:t>
            </a:r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BA696AEF-3D6B-2E4A-853E-8A8760E58D09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6757972" y="3842163"/>
            <a:ext cx="1854293" cy="1186945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33" name="Picture Placeholder 13">
            <a:extLst>
              <a:ext uri="{FF2B5EF4-FFF2-40B4-BE49-F238E27FC236}">
                <a16:creationId xmlns:a16="http://schemas.microsoft.com/office/drawing/2014/main" id="{05B98E7F-7333-A04B-94D4-281325401EF4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9839350" y="3842163"/>
            <a:ext cx="1854293" cy="1186945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34" name="Picture Placeholder 13">
            <a:extLst>
              <a:ext uri="{FF2B5EF4-FFF2-40B4-BE49-F238E27FC236}">
                <a16:creationId xmlns:a16="http://schemas.microsoft.com/office/drawing/2014/main" id="{B99C455B-37CC-4E44-8046-56AF81C1636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16002104" y="3842163"/>
            <a:ext cx="1854293" cy="1186945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35" name="Picture Placeholder 13">
            <a:extLst>
              <a:ext uri="{FF2B5EF4-FFF2-40B4-BE49-F238E27FC236}">
                <a16:creationId xmlns:a16="http://schemas.microsoft.com/office/drawing/2014/main" id="{AAA6B0A5-6A50-1640-8F39-F8AC766655FE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12920728" y="3842163"/>
            <a:ext cx="1854293" cy="1186945"/>
          </a:xfrm>
          <a:solidFill>
            <a:schemeClr val="bg1">
              <a:lumMod val="95000"/>
            </a:schemeClr>
          </a:solidFill>
        </p:spPr>
        <p:txBody>
          <a:bodyPr vert="horz" lIns="9144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 dirty="0"/>
              <a:t>Add profile photo</a:t>
            </a:r>
            <a:endParaRPr lang="en-US" dirty="0"/>
          </a:p>
        </p:txBody>
      </p:sp>
      <p:sp>
        <p:nvSpPr>
          <p:cNvPr id="40" name="Text Placeholder 21">
            <a:extLst>
              <a:ext uri="{FF2B5EF4-FFF2-40B4-BE49-F238E27FC236}">
                <a16:creationId xmlns:a16="http://schemas.microsoft.com/office/drawing/2014/main" id="{CDFBCAAC-9CA0-5A4E-8684-A49AAB0BA650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757971" y="5333480"/>
            <a:ext cx="2449506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Last name 18pt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503030202060203" pitchFamily="34" charset="0"/>
              <a:buNone/>
            </a:pPr>
            <a:r>
              <a:rPr lang="en-US" dirty="0"/>
              <a:t>Role 14pt</a:t>
            </a:r>
          </a:p>
        </p:txBody>
      </p:sp>
      <p:sp>
        <p:nvSpPr>
          <p:cNvPr id="41" name="Text Placeholder 21">
            <a:extLst>
              <a:ext uri="{FF2B5EF4-FFF2-40B4-BE49-F238E27FC236}">
                <a16:creationId xmlns:a16="http://schemas.microsoft.com/office/drawing/2014/main" id="{0C025F6B-BD75-0A4C-87E1-147D69F7C5B9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9839350" y="5333480"/>
            <a:ext cx="2449506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Last name 18pt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503030202060203" pitchFamily="34" charset="0"/>
              <a:buNone/>
            </a:pPr>
            <a:r>
              <a:rPr lang="en-US" dirty="0"/>
              <a:t>Role 14pt</a:t>
            </a:r>
          </a:p>
        </p:txBody>
      </p: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A9CB5A73-2496-3841-A61A-1965B0A6AD1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2920729" y="5333480"/>
            <a:ext cx="2449506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Last name 18pt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503030202060203" pitchFamily="34" charset="0"/>
              <a:buNone/>
            </a:pPr>
            <a:r>
              <a:rPr lang="en-US" dirty="0"/>
              <a:t>Role 14pt</a:t>
            </a:r>
          </a:p>
        </p:txBody>
      </p:sp>
      <p:sp>
        <p:nvSpPr>
          <p:cNvPr id="43" name="Text Placeholder 21">
            <a:extLst>
              <a:ext uri="{FF2B5EF4-FFF2-40B4-BE49-F238E27FC236}">
                <a16:creationId xmlns:a16="http://schemas.microsoft.com/office/drawing/2014/main" id="{886F547A-67CA-C749-B9EA-AA1142C3154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6002107" y="5333480"/>
            <a:ext cx="2449506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Palatino Linotype" panose="02040502050505030304" pitchFamily="18" charset="0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 dirty="0"/>
              <a:t>First name  Last name 18pt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503030202060203" pitchFamily="34" charset="0"/>
              <a:buNone/>
            </a:pPr>
            <a:r>
              <a:rPr lang="en-US" dirty="0"/>
              <a:t>Role 14pt</a:t>
            </a:r>
          </a:p>
        </p:txBody>
      </p:sp>
      <p:sp>
        <p:nvSpPr>
          <p:cNvPr id="31" name="Picture Placeholder 4">
            <a:extLst>
              <a:ext uri="{FF2B5EF4-FFF2-40B4-BE49-F238E27FC236}">
                <a16:creationId xmlns:a16="http://schemas.microsoft.com/office/drawing/2014/main" id="{1559D4A6-A7D1-4EAE-87E5-EB8A4B73E546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>
          <a:xfrm>
            <a:off x="6757971" y="2616843"/>
            <a:ext cx="557120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564E037C-8888-4DE6-88C4-A629CBF5F3A9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>
            <a:off x="9839349" y="2616843"/>
            <a:ext cx="557120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51" name="Picture Placeholder 4">
            <a:extLst>
              <a:ext uri="{FF2B5EF4-FFF2-40B4-BE49-F238E27FC236}">
                <a16:creationId xmlns:a16="http://schemas.microsoft.com/office/drawing/2014/main" id="{1DD1D133-7281-4297-B58B-4683B9743A55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>
          <a:xfrm>
            <a:off x="12920728" y="2616843"/>
            <a:ext cx="557120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52" name="Picture Placeholder 4">
            <a:extLst>
              <a:ext uri="{FF2B5EF4-FFF2-40B4-BE49-F238E27FC236}">
                <a16:creationId xmlns:a16="http://schemas.microsoft.com/office/drawing/2014/main" id="{4D49677A-CABE-49CD-A2EE-9EC21E15DF23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>
          <a:xfrm>
            <a:off x="16002106" y="2616843"/>
            <a:ext cx="557120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53" name="Picture Placeholder 4">
            <a:extLst>
              <a:ext uri="{FF2B5EF4-FFF2-40B4-BE49-F238E27FC236}">
                <a16:creationId xmlns:a16="http://schemas.microsoft.com/office/drawing/2014/main" id="{E46B730A-2104-4381-A7F8-6A08201D7F97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6757971" y="5165507"/>
            <a:ext cx="557120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60" name="Picture Placeholder 4">
            <a:extLst>
              <a:ext uri="{FF2B5EF4-FFF2-40B4-BE49-F238E27FC236}">
                <a16:creationId xmlns:a16="http://schemas.microsoft.com/office/drawing/2014/main" id="{15BD8921-64C2-47AC-9DE2-E4DFFCBF7C6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9839349" y="5165507"/>
            <a:ext cx="557120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61" name="Picture Placeholder 4">
            <a:extLst>
              <a:ext uri="{FF2B5EF4-FFF2-40B4-BE49-F238E27FC236}">
                <a16:creationId xmlns:a16="http://schemas.microsoft.com/office/drawing/2014/main" id="{3EF9A07C-1758-4B3E-A1CD-67412E56BBFE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12920728" y="5165507"/>
            <a:ext cx="557120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62" name="Picture Placeholder 4">
            <a:extLst>
              <a:ext uri="{FF2B5EF4-FFF2-40B4-BE49-F238E27FC236}">
                <a16:creationId xmlns:a16="http://schemas.microsoft.com/office/drawing/2014/main" id="{25D8A2F3-A845-4271-8B71-45408EF9F6C1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16002103" y="5165507"/>
            <a:ext cx="557120" cy="27432"/>
          </a:xfrm>
          <a:solidFill>
            <a:schemeClr val="accent1"/>
          </a:solidFill>
        </p:spPr>
        <p:txBody>
          <a:bodyPr/>
          <a:lstStyle>
            <a:lvl1pPr>
              <a:buNone/>
              <a:defRPr sz="300"/>
            </a:lvl1pPr>
          </a:lstStyle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30291C7-0C7B-43D2-8CFC-304243A1CD04}"/>
              </a:ext>
            </a:extLst>
          </p:cNvPr>
          <p:cNvSpPr>
            <a:spLocks noGrp="1"/>
          </p:cNvSpPr>
          <p:nvPr>
            <p:ph type="dt" sz="half" idx="6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EADAF-2195-4A35-8FEB-B95CCB8CCE5C}"/>
              </a:ext>
            </a:extLst>
          </p:cNvPr>
          <p:cNvSpPr>
            <a:spLocks noGrp="1"/>
          </p:cNvSpPr>
          <p:nvPr>
            <p:ph type="sldNum" sz="quarter" idx="61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192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hort Headline and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9523412" y="1"/>
            <a:ext cx="9523413" cy="6857999"/>
          </a:xfrm>
          <a:solidFill>
            <a:schemeClr val="bg1">
              <a:lumMod val="95000"/>
            </a:schemeClr>
          </a:solidFill>
        </p:spPr>
        <p:txBody>
          <a:bodyPr tIns="548640" anchor="t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Drag picture to placeholder or click icon to add, then ‘Send to Back’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BB929FF-38D9-4792-A56F-C1810627FF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3" y="381000"/>
            <a:ext cx="8332986" cy="26670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6067A3-9F0D-44FB-B267-D94DE70856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5947" y="6483010"/>
            <a:ext cx="298523" cy="201340"/>
          </a:xfrm>
          <a:prstGeom prst="rect">
            <a:avLst/>
          </a:prstGeom>
        </p:spPr>
      </p:pic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796047A-AB81-403A-B649-52C6F7827E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5213" y="3267634"/>
            <a:ext cx="8328224" cy="3044265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  <a:lvl2pPr marL="228600" indent="-228600">
              <a:buFont typeface="Arial" panose="020B0604020202020204" pitchFamily="34" charset="0"/>
              <a:buChar char="•"/>
              <a:defRPr sz="1800"/>
            </a:lvl2pPr>
            <a:lvl3pPr marL="457200">
              <a:buFont typeface="Arial" panose="020B0503030202060203" pitchFamily="34" charset="0"/>
              <a:buChar char="–"/>
              <a:defRPr sz="1800"/>
            </a:lvl3pPr>
            <a:lvl4pPr marL="685800">
              <a:buFont typeface="Arial" panose="020B0604020202020204" pitchFamily="34" charset="0"/>
              <a:buChar char="•"/>
              <a:defRPr sz="1600"/>
            </a:lvl4pPr>
            <a:lvl5pPr marL="914400">
              <a:buFont typeface="Arial" panose="020B0503030202060203" pitchFamily="34" charset="0"/>
              <a:buChar char="–"/>
              <a:defRPr sz="1600"/>
            </a:lvl5pPr>
          </a:lstStyle>
          <a:p>
            <a:pPr marL="0" marR="0" lvl="0" indent="0" algn="l" defTabSz="228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sub-headline here </a:t>
            </a:r>
            <a:r>
              <a:rPr lang="en-GB" dirty="0"/>
              <a:t>in Palatino Linotype 24pt</a:t>
            </a:r>
            <a:r>
              <a:rPr lang="en-US" dirty="0"/>
              <a:t>, indent for other levels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bullet 18pt</a:t>
            </a:r>
          </a:p>
          <a:p>
            <a:pPr lvl="3"/>
            <a:r>
              <a:rPr lang="en-US" dirty="0"/>
              <a:t>Fourth level bullet 16pt</a:t>
            </a:r>
          </a:p>
          <a:p>
            <a:pPr lvl="4"/>
            <a:r>
              <a:rPr lang="en-US" dirty="0"/>
              <a:t>Fifth level bullet 16pt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84FC82-B8F8-4C4C-8DB2-C1B82A51BA0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C32B40-3B58-479B-A589-9823B0E14C8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8D53ECFC-028B-4E16-9620-7FF8225BDC2F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5801817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hort Headline and Imag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"/>
            <a:ext cx="9523450" cy="6309361"/>
          </a:xfrm>
          <a:solidFill>
            <a:schemeClr val="tx1">
              <a:lumMod val="95000"/>
            </a:schemeClr>
          </a:solidFill>
        </p:spPr>
        <p:txBody>
          <a:bodyPr lIns="0" tIns="210312" anchor="t"/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8DBAF1-DC97-4CAB-B174-0AAA55CCB2E8}"/>
              </a:ext>
            </a:extLst>
          </p:cNvPr>
          <p:cNvSpPr/>
          <p:nvPr userDrawn="1"/>
        </p:nvSpPr>
        <p:spPr bwMode="white">
          <a:xfrm>
            <a:off x="0" y="6309360"/>
            <a:ext cx="19046825" cy="5486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3B30F4D9-6AB9-4693-B1C3-C7BE8D81EC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118624" y="381000"/>
            <a:ext cx="8332986" cy="26670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C42B8317-AACA-4DC7-AD68-8986DF6299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123386" y="3264589"/>
            <a:ext cx="8328224" cy="3047313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tx1"/>
                </a:solidFill>
                <a:latin typeface="Palatino Linotype" panose="02040502050505030304" pitchFamily="18" charset="0"/>
              </a:defRPr>
            </a:lvl1pPr>
            <a:lvl2pPr marL="228600" indent="-228600"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  <a:lvl3pPr marL="457200">
              <a:buFont typeface="Arial" panose="020B0503030202060203" pitchFamily="34" charset="0"/>
              <a:buChar char="–"/>
              <a:defRPr sz="1800">
                <a:solidFill>
                  <a:schemeClr val="tx1"/>
                </a:solidFill>
              </a:defRPr>
            </a:lvl3pPr>
            <a:lvl4pPr marL="685800"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4pPr>
            <a:lvl5pPr marL="914400">
              <a:buFont typeface="Arial" panose="020B0503030202060203" pitchFamily="34" charset="0"/>
              <a:buChar char="–"/>
              <a:defRPr sz="1600">
                <a:solidFill>
                  <a:schemeClr val="tx1"/>
                </a:solidFill>
              </a:defRPr>
            </a:lvl5pPr>
          </a:lstStyle>
          <a:p>
            <a:pPr marL="0" marR="0" lvl="0" indent="0" algn="l" defTabSz="228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sub-headline here</a:t>
            </a:r>
            <a:r>
              <a:rPr lang="en-GB" dirty="0"/>
              <a:t> in Palatino Linotype 24pt</a:t>
            </a:r>
            <a:r>
              <a:rPr lang="en-US" dirty="0"/>
              <a:t>, indent for other levels</a:t>
            </a:r>
          </a:p>
          <a:p>
            <a:pPr lvl="1"/>
            <a:r>
              <a:rPr lang="en-US" dirty="0"/>
              <a:t>Second level 18pt</a:t>
            </a:r>
          </a:p>
          <a:p>
            <a:pPr lvl="2"/>
            <a:r>
              <a:rPr lang="en-US" dirty="0"/>
              <a:t>Third level bullet 18pt</a:t>
            </a:r>
          </a:p>
          <a:p>
            <a:pPr lvl="3"/>
            <a:r>
              <a:rPr lang="en-US" dirty="0"/>
              <a:t>Fourth level bullet 16pt</a:t>
            </a:r>
          </a:p>
          <a:p>
            <a:pPr lvl="4"/>
            <a:r>
              <a:rPr lang="en-US" dirty="0"/>
              <a:t>Fifth level bullet 16pt</a:t>
            </a:r>
          </a:p>
        </p:txBody>
      </p:sp>
      <p:sp>
        <p:nvSpPr>
          <p:cNvPr id="12" name="GTS_WH">
            <a:extLst>
              <a:ext uri="{FF2B5EF4-FFF2-40B4-BE49-F238E27FC236}">
                <a16:creationId xmlns:a16="http://schemas.microsoft.com/office/drawing/2014/main" id="{9742AFA2-2F86-4FC9-AB33-FE5A8DC3B4C5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1BDB60-63D2-4785-893C-E73763A3728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D511C9-42FA-4DE8-9CC5-2E1BE2E6643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F77C3923-DF26-4DDD-85E3-7AA6D35E27BF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949180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19">
            <a:extLst>
              <a:ext uri="{FF2B5EF4-FFF2-40B4-BE49-F238E27FC236}">
                <a16:creationId xmlns:a16="http://schemas.microsoft.com/office/drawing/2014/main" id="{9128CE8F-D41A-47B9-921B-C6C1790F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977606" y="943234"/>
            <a:ext cx="6547346" cy="497681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0713842" y="744434"/>
            <a:ext cx="6547343" cy="4976446"/>
          </a:xfrm>
          <a:solidFill>
            <a:schemeClr val="bg1">
              <a:lumMod val="95000"/>
            </a:schemeClr>
          </a:solidFill>
          <a:effectLst/>
        </p:spPr>
        <p:txBody>
          <a:bodyPr tIns="274320" bIns="274320" anchor="t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85641" y="1593669"/>
            <a:ext cx="7737771" cy="3277976"/>
          </a:xfrm>
        </p:spPr>
        <p:txBody>
          <a:bodyPr anchor="ctr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quote or key message here 54pt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1CC36B3-A978-4435-96FC-F8B3A1FA666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BAD95D-8CC0-461D-B13E-1E3ABF74564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3115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+ image (alternativ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0713842" y="744434"/>
            <a:ext cx="6547343" cy="4976446"/>
          </a:xfrm>
          <a:solidFill>
            <a:schemeClr val="bg1">
              <a:lumMod val="95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tIns="274320" bIns="274320" anchor="t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85641" y="1593669"/>
            <a:ext cx="7737771" cy="3277976"/>
          </a:xfrm>
        </p:spPr>
        <p:txBody>
          <a:bodyPr anchor="ctr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quote or key message here 54pt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786A7A-D9D5-47DA-82CE-8DBF6730F59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844972-5B37-42E7-9449-D3BA0BF5609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4452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istics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FF1C6BE-E6FE-4BD6-8477-A09403EEE56E}"/>
              </a:ext>
            </a:extLst>
          </p:cNvPr>
          <p:cNvSpPr/>
          <p:nvPr userDrawn="1"/>
        </p:nvSpPr>
        <p:spPr bwMode="white">
          <a:xfrm>
            <a:off x="-15" y="0"/>
            <a:ext cx="9523425" cy="63119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800"/>
          </a:p>
        </p:txBody>
      </p:sp>
      <p:sp>
        <p:nvSpPr>
          <p:cNvPr id="22" name="Text Placeholder 32">
            <a:extLst>
              <a:ext uri="{FF2B5EF4-FFF2-40B4-BE49-F238E27FC236}">
                <a16:creationId xmlns:a16="http://schemas.microsoft.com/office/drawing/2014/main" id="{AC315915-FC9E-0942-980E-6C0E99FEA8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5192" y="1490071"/>
            <a:ext cx="3571273" cy="1664208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dirty="0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Stat details 16pt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Bullet point 16pt</a:t>
            </a:r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9523400" y="0"/>
            <a:ext cx="9523425" cy="6311900"/>
          </a:xfrm>
          <a:solidFill>
            <a:schemeClr val="bg1">
              <a:lumMod val="95000"/>
            </a:schemeClr>
          </a:solidFill>
        </p:spPr>
        <p:txBody>
          <a:bodyPr tIns="457200" anchor="t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8D7539E0-EC97-4984-8CDD-85CC949BB7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15" y="381001"/>
            <a:ext cx="3571273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00x</a:t>
            </a:r>
            <a:endParaRPr lang="en-US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</a:extLst>
          </p:cNvPr>
          <p:cNvCxnSpPr>
            <a:cxnSpLocks/>
          </p:cNvCxnSpPr>
          <p:nvPr userDrawn="1"/>
        </p:nvCxnSpPr>
        <p:spPr>
          <a:xfrm>
            <a:off x="0" y="3155950"/>
            <a:ext cx="9523425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 Placeholder 26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56907" y="381001"/>
            <a:ext cx="3571273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00x</a:t>
            </a:r>
            <a:endParaRPr lang="en-US" dirty="0"/>
          </a:p>
        </p:txBody>
      </p:sp>
      <p:sp>
        <p:nvSpPr>
          <p:cNvPr id="48" name="Text Placeholder 2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5215" y="3536951"/>
            <a:ext cx="3571273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00x</a:t>
            </a:r>
            <a:endParaRPr lang="en-US" dirty="0"/>
          </a:p>
        </p:txBody>
      </p:sp>
      <p:sp>
        <p:nvSpPr>
          <p:cNvPr id="50" name="Text Placeholder 26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56907" y="3536951"/>
            <a:ext cx="3571273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00x</a:t>
            </a:r>
            <a:endParaRPr lang="en-US" dirty="0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</a:extLst>
          </p:cNvPr>
          <p:cNvCxnSpPr>
            <a:cxnSpLocks/>
          </p:cNvCxnSpPr>
          <p:nvPr userDrawn="1"/>
        </p:nvCxnSpPr>
        <p:spPr>
          <a:xfrm>
            <a:off x="4761704" y="-2"/>
            <a:ext cx="0" cy="6311902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394EF33C-E010-4503-AC38-BB48E62572E9}"/>
              </a:ext>
            </a:extLst>
          </p:cNvPr>
          <p:cNvSpPr/>
          <p:nvPr userDrawn="1"/>
        </p:nvSpPr>
        <p:spPr bwMode="white">
          <a:xfrm>
            <a:off x="0" y="6311900"/>
            <a:ext cx="19046825" cy="54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3" name="Text Placeholder 32">
            <a:extLst>
              <a:ext uri="{FF2B5EF4-FFF2-40B4-BE49-F238E27FC236}">
                <a16:creationId xmlns:a16="http://schemas.microsoft.com/office/drawing/2014/main" id="{15FC8104-48E6-B248-8FB6-974B5ABAE6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56907" y="1490071"/>
            <a:ext cx="3571273" cy="1664208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dirty="0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Stat details 16pt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Bullet point 16pt</a:t>
            </a:r>
          </a:p>
        </p:txBody>
      </p:sp>
      <p:sp>
        <p:nvSpPr>
          <p:cNvPr id="24" name="Text Placeholder 32">
            <a:extLst>
              <a:ext uri="{FF2B5EF4-FFF2-40B4-BE49-F238E27FC236}">
                <a16:creationId xmlns:a16="http://schemas.microsoft.com/office/drawing/2014/main" id="{27C860B3-C7A0-E840-9D83-305F7392029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5192" y="4646024"/>
            <a:ext cx="3571273" cy="1665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dirty="0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Stat details 16pt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Bullet point 16pt</a:t>
            </a:r>
          </a:p>
        </p:txBody>
      </p:sp>
      <p:sp>
        <p:nvSpPr>
          <p:cNvPr id="25" name="Text Placeholder 32">
            <a:extLst>
              <a:ext uri="{FF2B5EF4-FFF2-40B4-BE49-F238E27FC236}">
                <a16:creationId xmlns:a16="http://schemas.microsoft.com/office/drawing/2014/main" id="{0559DD1F-A98C-F14E-95DC-32EC947751E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356907" y="4646020"/>
            <a:ext cx="3571273" cy="1664208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dirty="0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Stat details 16pt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Bullet point 16pt</a:t>
            </a:r>
          </a:p>
        </p:txBody>
      </p:sp>
      <p:pic>
        <p:nvPicPr>
          <p:cNvPr id="19" name="Picture 18" descr="Accenture Greater Than symbol in white">
            <a:extLst>
              <a:ext uri="{FF2B5EF4-FFF2-40B4-BE49-F238E27FC236}">
                <a16:creationId xmlns:a16="http://schemas.microsoft.com/office/drawing/2014/main" id="{E8781F80-F3D9-42F9-B6EE-F6DC303E05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black">
          <a:xfrm>
            <a:off x="595947" y="6482516"/>
            <a:ext cx="298523" cy="20232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ACEE3D-E490-48C4-9EDD-A3D64349DFA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04B91A-AC4F-4911-8401-AA8DD14F283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Footer Placeholder 3">
            <a:extLst>
              <a:ext uri="{FF2B5EF4-FFF2-40B4-BE49-F238E27FC236}">
                <a16:creationId xmlns:a16="http://schemas.microsoft.com/office/drawing/2014/main" id="{85A95DA0-4CC3-42BB-A186-3CFB82C7DFEA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>
                <a:solidFill>
                  <a:schemeClr val="bg1">
                    <a:alpha val="75000"/>
                  </a:schemeClr>
                </a:solidFill>
              </a:rPr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162012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stics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2B70CB6-23E9-4FFC-BB1B-65EBB0571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214" y="380999"/>
            <a:ext cx="8332938" cy="2393952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8DBAF1-DC97-4CAB-B174-0AAA55CCB2E8}"/>
              </a:ext>
            </a:extLst>
          </p:cNvPr>
          <p:cNvSpPr/>
          <p:nvPr userDrawn="1"/>
        </p:nvSpPr>
        <p:spPr bwMode="white">
          <a:xfrm>
            <a:off x="0" y="6311900"/>
            <a:ext cx="19046825" cy="54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</a:extLst>
          </p:cNvPr>
          <p:cNvSpPr/>
          <p:nvPr userDrawn="1"/>
        </p:nvSpPr>
        <p:spPr bwMode="white">
          <a:xfrm>
            <a:off x="14285206" y="3155948"/>
            <a:ext cx="4761619" cy="31559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</a:extLst>
          </p:cNvPr>
          <p:cNvSpPr/>
          <p:nvPr userDrawn="1"/>
        </p:nvSpPr>
        <p:spPr bwMode="white">
          <a:xfrm>
            <a:off x="4761706" y="3155948"/>
            <a:ext cx="4761656" cy="315595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9523375" y="0"/>
            <a:ext cx="4761744" cy="3151189"/>
          </a:xfrm>
          <a:solidFill>
            <a:schemeClr val="bg1">
              <a:lumMod val="95000"/>
            </a:schemeClr>
          </a:solidFill>
        </p:spPr>
        <p:txBody>
          <a:bodyPr tIns="274320" anchor="t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Drag picture to placeholder </a:t>
            </a:r>
          </a:p>
          <a:p>
            <a:r>
              <a:rPr lang="en-GB" dirty="0"/>
              <a:t>or click icon to add</a:t>
            </a:r>
            <a:endParaRPr lang="en-US" dirty="0"/>
          </a:p>
        </p:txBody>
      </p:sp>
      <p:sp>
        <p:nvSpPr>
          <p:cNvPr id="46" name="Text Placeholder 26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4880343" y="381001"/>
            <a:ext cx="3571273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00x</a:t>
            </a:r>
            <a:endParaRPr lang="en-US" dirty="0"/>
          </a:p>
        </p:txBody>
      </p:sp>
      <p:sp>
        <p:nvSpPr>
          <p:cNvPr id="47" name="Text Placeholder 32">
            <a:extLst>
              <a:ext uri="{FF2B5EF4-FFF2-40B4-BE49-F238E27FC236}">
                <a16:creationId xmlns:a16="http://schemas.microsoft.com/office/drawing/2014/main" id="{705CC01D-6D66-4B27-8D0E-E2205E002C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80341" y="1490071"/>
            <a:ext cx="3571272" cy="1664208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dirty="0"/>
              <a:t>Stat headline 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Stat details 16pt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Bullet point 16pt</a:t>
            </a:r>
          </a:p>
        </p:txBody>
      </p:sp>
      <p:sp>
        <p:nvSpPr>
          <p:cNvPr id="48" name="Text Placeholder 2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56901" y="3538766"/>
            <a:ext cx="3571273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00x</a:t>
            </a:r>
            <a:endParaRPr lang="en-US" dirty="0"/>
          </a:p>
        </p:txBody>
      </p:sp>
      <p:sp>
        <p:nvSpPr>
          <p:cNvPr id="49" name="Text Placeholder 32">
            <a:extLst>
              <a:ext uri="{FF2B5EF4-FFF2-40B4-BE49-F238E27FC236}">
                <a16:creationId xmlns:a16="http://schemas.microsoft.com/office/drawing/2014/main" id="{D36C84D9-D180-4ECA-9C39-AB74A8A3E6B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56898" y="4647839"/>
            <a:ext cx="3571272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dirty="0"/>
              <a:t>Stat headline 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Stat details 16pt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Bullet point 16pt</a:t>
            </a:r>
          </a:p>
        </p:txBody>
      </p:sp>
      <p:sp>
        <p:nvSpPr>
          <p:cNvPr id="50" name="Text Placeholder 26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118620" y="3538766"/>
            <a:ext cx="3571273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00x</a:t>
            </a:r>
            <a:endParaRPr lang="en-US" dirty="0"/>
          </a:p>
        </p:txBody>
      </p:sp>
      <p:sp>
        <p:nvSpPr>
          <p:cNvPr id="51" name="Text Placeholder 32">
            <a:extLst>
              <a:ext uri="{FF2B5EF4-FFF2-40B4-BE49-F238E27FC236}">
                <a16:creationId xmlns:a16="http://schemas.microsoft.com/office/drawing/2014/main" id="{2ACA6616-E51D-4660-96C1-738E6693FAD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118617" y="4647835"/>
            <a:ext cx="3571272" cy="1664208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dirty="0"/>
              <a:t>Stat headline 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Stat details 16pt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Bullet point 16pt</a:t>
            </a:r>
          </a:p>
        </p:txBody>
      </p:sp>
      <p:sp>
        <p:nvSpPr>
          <p:cNvPr id="21" name="Picture Placeholder 35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155942"/>
            <a:ext cx="4761706" cy="3155958"/>
          </a:xfr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t">
            <a:noAutofit/>
          </a:bodyPr>
          <a:lstStyle>
            <a:lvl1pPr marL="0" indent="0" algn="ctr">
              <a:buNone/>
              <a:defRPr lang="en-US" sz="1400" dirty="0"/>
            </a:lvl1pPr>
          </a:lstStyle>
          <a:p>
            <a:pPr marL="228600" lvl="0" indent="-228600" algn="ctr"/>
            <a:r>
              <a:rPr lang="en-GB" dirty="0"/>
              <a:t>Drag picture to placeholder </a:t>
            </a:r>
          </a:p>
          <a:p>
            <a:pPr marL="228600" lvl="0" indent="-228600" algn="ctr"/>
            <a:r>
              <a:rPr lang="en-GB" dirty="0"/>
              <a:t>or click icon to add</a:t>
            </a:r>
            <a:endParaRPr lang="en-US" dirty="0"/>
          </a:p>
        </p:txBody>
      </p:sp>
      <p:sp>
        <p:nvSpPr>
          <p:cNvPr id="24" name="Text Placeholder 26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880334" y="3538766"/>
            <a:ext cx="3571273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00x</a:t>
            </a:r>
            <a:endParaRPr lang="en-US" dirty="0"/>
          </a:p>
        </p:txBody>
      </p:sp>
      <p:sp>
        <p:nvSpPr>
          <p:cNvPr id="25" name="Text Placeholder 32">
            <a:extLst>
              <a:ext uri="{FF2B5EF4-FFF2-40B4-BE49-F238E27FC236}">
                <a16:creationId xmlns:a16="http://schemas.microsoft.com/office/drawing/2014/main" id="{07ADCD97-A8C0-487C-9E6C-6CD77C3BE05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880331" y="4647836"/>
            <a:ext cx="3571272" cy="1662794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dirty="0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Stat details 16pt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Bullet point 16pt</a:t>
            </a:r>
          </a:p>
        </p:txBody>
      </p:sp>
      <p:pic>
        <p:nvPicPr>
          <p:cNvPr id="23" name="Picture 22" descr="Accenture Greater Than symbol in white">
            <a:extLst>
              <a:ext uri="{FF2B5EF4-FFF2-40B4-BE49-F238E27FC236}">
                <a16:creationId xmlns:a16="http://schemas.microsoft.com/office/drawing/2014/main" id="{78774BCE-242F-4FF9-9C01-D01B97743A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black">
          <a:xfrm>
            <a:off x="595947" y="6482516"/>
            <a:ext cx="298523" cy="20232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40A698-E7DB-4624-B7D9-5624ABB23E77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00E20-EA02-4CDC-95F3-0B3EA7041BD7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Footer Placeholder 3">
            <a:extLst>
              <a:ext uri="{FF2B5EF4-FFF2-40B4-BE49-F238E27FC236}">
                <a16:creationId xmlns:a16="http://schemas.microsoft.com/office/drawing/2014/main" id="{270D0A86-B078-47E6-B09D-9429129BD768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>
                <a:solidFill>
                  <a:schemeClr val="bg1">
                    <a:alpha val="75000"/>
                  </a:schemeClr>
                </a:solidFill>
              </a:rPr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41362061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ccenture Gradient Dark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invGray">
          <a:xfrm>
            <a:off x="0" y="0"/>
            <a:ext cx="1904682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61790" y="2015925"/>
            <a:ext cx="13523246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key message here 54pt</a:t>
            </a:r>
          </a:p>
        </p:txBody>
      </p:sp>
      <p:sp>
        <p:nvSpPr>
          <p:cNvPr id="11" name="GTS_WH" descr="Accenture Greater Than symbol in white">
            <a:extLst>
              <a:ext uri="{FF2B5EF4-FFF2-40B4-BE49-F238E27FC236}">
                <a16:creationId xmlns:a16="http://schemas.microsoft.com/office/drawing/2014/main" id="{2FF57A0A-C5DD-42B6-8DD3-E5EA041C72D5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3ED2B-6496-48D2-9FCC-98A919B60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5338B-4F4A-4077-99F7-2698BAA545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669CB13A-E4BB-46D3-936E-B4BD4E53CAA8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42233650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Mid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61790" y="2015925"/>
            <a:ext cx="13523246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key message here 54pt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ECBE8-C9DE-46DF-9582-7DB75BEDF4F9}"/>
              </a:ext>
            </a:extLst>
          </p:cNvPr>
          <p:cNvSpPr txBox="1"/>
          <p:nvPr userDrawn="1"/>
        </p:nvSpPr>
        <p:spPr>
          <a:xfrm>
            <a:off x="0" y="-257908"/>
            <a:ext cx="9523413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Solid fill &gt; Change to Dark Purple (Accent 3), Mid Purple (Accent 2) or Core Purple (Accent 1)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11" name="GTS_WH" descr="Accenture Greater Than symbol in white">
            <a:extLst>
              <a:ext uri="{FF2B5EF4-FFF2-40B4-BE49-F238E27FC236}">
                <a16:creationId xmlns:a16="http://schemas.microsoft.com/office/drawing/2014/main" id="{B0B0C095-6C73-4899-AD8E-8F75768CF51A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68B3B-7EEB-4EA8-993C-430603A16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FA01CF-71D3-40C7-8168-8E9BC701A2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CC9D1668-977E-453D-82ED-6ABCFF2804F3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5361378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eed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5AD31DD4-2506-4E03-897C-F4C8C020F09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1904" y="-9144"/>
            <a:ext cx="19070634" cy="6876288"/>
          </a:xfrm>
        </p:spPr>
        <p:txBody>
          <a:bodyPr lIns="0" tIns="182880"/>
          <a:lstStyle>
            <a:lvl1pPr algn="ctr">
              <a:buNone/>
              <a:defRPr/>
            </a:lvl1pPr>
          </a:lstStyle>
          <a:p>
            <a:r>
              <a:rPr lang="en-GB" dirty="0"/>
              <a:t>Drag picture to placeholder or click icon to add, then send to back.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61787" y="2015925"/>
            <a:ext cx="13523246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headline here 54pt</a:t>
            </a:r>
          </a:p>
        </p:txBody>
      </p:sp>
      <p:sp>
        <p:nvSpPr>
          <p:cNvPr id="7" name="GTS_WH" descr="Accenture Greater Than symbol in white">
            <a:extLst>
              <a:ext uri="{FF2B5EF4-FFF2-40B4-BE49-F238E27FC236}">
                <a16:creationId xmlns:a16="http://schemas.microsoft.com/office/drawing/2014/main" id="{AE479463-B4C9-4B9A-BE8B-62B5B9CF0075}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95946" y="6483676"/>
            <a:ext cx="286350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791A68-0526-4B10-8725-674ED46D4C5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CA03CB-4264-4F68-9F35-0391A50EF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6BF2708B-7411-439F-ACDE-ACBD46CABC03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0172348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8546ADE-103C-4652-A344-9C0C8C49EC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8001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E258A-0B44-43BE-A3B3-ECE0D5D55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51A548-5D5A-420A-BF48-ADAACADF16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3245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-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214" y="381000"/>
            <a:ext cx="17856398" cy="8001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 dirty="0"/>
              <a:t>Place headline here (36pt, min 30pt)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385C65-6BFC-4F61-A214-71B69537BB4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5214" y="1234440"/>
            <a:ext cx="17856398" cy="384048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Palatino Linotype" panose="02040502050505030304" pitchFamily="18" charset="0"/>
              </a:defRPr>
            </a:lvl1pPr>
          </a:lstStyle>
          <a:p>
            <a:pPr lvl="0"/>
            <a:r>
              <a:rPr lang="en-GB" dirty="0"/>
              <a:t>Place subtitle here in Palatino Linotype 20pt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B3B5648-1933-4CE2-8092-54D37C74B7B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77EF44-2533-4C8A-9BCE-17E84D8B3A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96915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32" userDrawn="1">
          <p15:clr>
            <a:srgbClr val="547EBF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76A793-E8C8-48E9-8AD9-3AA61015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4C117D-BB63-449A-A809-AA330D35AF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5426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95214" y="380999"/>
            <a:ext cx="17856398" cy="9906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Place headline here (36pt, min 30pt)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95214" y="1371602"/>
            <a:ext cx="17856398" cy="4936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First level (bullet 20pt)</a:t>
            </a:r>
          </a:p>
          <a:p>
            <a:pPr lvl="1"/>
            <a:r>
              <a:rPr lang="en-US" dirty="0"/>
              <a:t>Second level (bullet 20pt)</a:t>
            </a:r>
          </a:p>
          <a:p>
            <a:pPr lvl="2"/>
            <a:r>
              <a:rPr lang="en-US" dirty="0"/>
              <a:t>Third level (bullet 20pt)</a:t>
            </a:r>
          </a:p>
          <a:p>
            <a:pPr lvl="3"/>
            <a:r>
              <a:rPr lang="en-US" dirty="0"/>
              <a:t>Fourth level (bullet 18pt)</a:t>
            </a:r>
          </a:p>
          <a:p>
            <a:pPr lvl="4"/>
            <a:r>
              <a:rPr lang="en-US" dirty="0"/>
              <a:t>Fifth level (bullet 18pt)</a:t>
            </a:r>
          </a:p>
          <a:p>
            <a:pPr lvl="5"/>
            <a:r>
              <a:rPr lang="en-US" dirty="0"/>
              <a:t>Sixth level (copy 16pt)</a:t>
            </a:r>
          </a:p>
          <a:p>
            <a:pPr lvl="6"/>
            <a:r>
              <a:rPr lang="en-US" dirty="0"/>
              <a:t>Seventh level (small copy 12pt)</a:t>
            </a:r>
          </a:p>
          <a:p>
            <a:pPr lvl="7"/>
            <a:r>
              <a:rPr lang="en-US" dirty="0"/>
              <a:t>EIGHT LEVEL (DESCRIPTOR 10PT)</a:t>
            </a:r>
          </a:p>
          <a:p>
            <a:pPr lvl="8"/>
            <a:r>
              <a:rPr lang="en-US" dirty="0"/>
              <a:t>Ninth level (footer 8pt)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DA171160-C7F3-46DE-911A-73C4F50C8896}"/>
              </a:ext>
            </a:extLst>
          </p:cNvPr>
          <p:cNvSpPr>
            <a:spLocks noGrp="1"/>
          </p:cNvSpPr>
          <p:nvPr userDrawn="1">
            <p:ph type="dt" sz="half" idx="2"/>
          </p:nvPr>
        </p:nvSpPr>
        <p:spPr>
          <a:xfrm>
            <a:off x="15291114" y="0"/>
            <a:ext cx="3160498" cy="381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r" defTabSz="914400" rtl="0" eaLnBrk="1" latinLnBrk="0" hangingPunct="1">
              <a:defRPr lang="en-US" sz="800" kern="1200" smtClean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9" name="GTS_Purple" descr="Accenture Greater Than symbol in purple">
            <a:extLst>
              <a:ext uri="{FF2B5EF4-FFF2-40B4-BE49-F238E27FC236}">
                <a16:creationId xmlns:a16="http://schemas.microsoft.com/office/drawing/2014/main" id="{AE0355C2-058C-4310-9508-BCC0F498FBBE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93978" y="6483675"/>
            <a:ext cx="28620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A100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9DFD1-72F5-4590-A067-19F2501AAB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941925" y="6490025"/>
            <a:ext cx="509687" cy="201168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1F90F471-3972-4120-B8B3-0237DE626C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7455F6FE-666E-402E-9B6E-AF3462A6F6CE}"/>
              </a:ext>
            </a:extLst>
          </p:cNvPr>
          <p:cNvSpPr txBox="1">
            <a:spLocks/>
          </p:cNvSpPr>
          <p:nvPr userDrawn="1"/>
        </p:nvSpPr>
        <p:spPr>
          <a:xfrm>
            <a:off x="11428095" y="6493507"/>
            <a:ext cx="6428303" cy="1983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600">
              <a:spcAft>
                <a:spcPts val="1200"/>
              </a:spcAft>
              <a:defRPr/>
            </a:pPr>
            <a:r>
              <a:rPr lang="en-US" sz="800" dirty="0"/>
              <a:t>Copyright © 2024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195103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729" r:id="rId2"/>
    <p:sldLayoutId id="2147483682" r:id="rId3"/>
    <p:sldLayoutId id="2147483734" r:id="rId4"/>
    <p:sldLayoutId id="2147483728" r:id="rId5"/>
    <p:sldLayoutId id="2147483733" r:id="rId6"/>
    <p:sldLayoutId id="2147483730" r:id="rId7"/>
    <p:sldLayoutId id="2147483681" r:id="rId8"/>
    <p:sldLayoutId id="2147483732" r:id="rId9"/>
    <p:sldLayoutId id="2147483731" r:id="rId10"/>
    <p:sldLayoutId id="2147483750" r:id="rId11"/>
    <p:sldLayoutId id="2147483649" r:id="rId12"/>
    <p:sldLayoutId id="2147483759" r:id="rId13"/>
    <p:sldLayoutId id="2147483760" r:id="rId14"/>
    <p:sldLayoutId id="2147483746" r:id="rId15"/>
    <p:sldLayoutId id="2147483751" r:id="rId16"/>
    <p:sldLayoutId id="2147483752" r:id="rId17"/>
    <p:sldLayoutId id="2147483748" r:id="rId18"/>
    <p:sldLayoutId id="2147483651" r:id="rId19"/>
    <p:sldLayoutId id="2147483721" r:id="rId20"/>
    <p:sldLayoutId id="2147483739" r:id="rId21"/>
    <p:sldLayoutId id="2147483737" r:id="rId22"/>
    <p:sldLayoutId id="2147483742" r:id="rId23"/>
    <p:sldLayoutId id="2147483724" r:id="rId24"/>
    <p:sldLayoutId id="2147483723" r:id="rId25"/>
    <p:sldLayoutId id="2147483725" r:id="rId26"/>
    <p:sldLayoutId id="2147483755" r:id="rId27"/>
    <p:sldLayoutId id="2147483757" r:id="rId28"/>
    <p:sldLayoutId id="2147483673" r:id="rId29"/>
    <p:sldLayoutId id="2147483653" r:id="rId30"/>
    <p:sldLayoutId id="2147483722" r:id="rId31"/>
    <p:sldLayoutId id="2147483693" r:id="rId32"/>
    <p:sldLayoutId id="2147483701" r:id="rId33"/>
    <p:sldLayoutId id="2147483668" r:id="rId34"/>
    <p:sldLayoutId id="2147483707" r:id="rId35"/>
    <p:sldLayoutId id="2147483714" r:id="rId36"/>
    <p:sldLayoutId id="2147483657" r:id="rId37"/>
    <p:sldLayoutId id="2147483679" r:id="rId38"/>
    <p:sldLayoutId id="2147483661" r:id="rId39"/>
    <p:sldLayoutId id="2147483754" r:id="rId40"/>
    <p:sldLayoutId id="2147483678" r:id="rId41"/>
    <p:sldLayoutId id="2147483663" r:id="rId42"/>
    <p:sldLayoutId id="2147483667" r:id="rId43"/>
    <p:sldLayoutId id="2147483726" r:id="rId44"/>
    <p:sldLayoutId id="2147483688" r:id="rId45"/>
    <p:sldLayoutId id="2147483655" r:id="rId46"/>
    <p:sldLayoutId id="2147483745" r:id="rId47"/>
    <p:sldLayoutId id="2147483741" r:id="rId48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Arial" panose="020B0503030202060203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503030202060203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6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503030202060203" pitchFamily="34" charset="0"/>
        <a:buNone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 userDrawn="1">
          <p15:clr>
            <a:srgbClr val="C35EA4"/>
          </p15:clr>
        </p15:guide>
        <p15:guide id="2" orient="horz" pos="3976" userDrawn="1">
          <p15:clr>
            <a:srgbClr val="C35EA4"/>
          </p15:clr>
        </p15:guide>
        <p15:guide id="3" pos="375" userDrawn="1">
          <p15:clr>
            <a:srgbClr val="C35EA4"/>
          </p15:clr>
        </p15:guide>
        <p15:guide id="4" pos="11623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4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46.xml"/><Relationship Id="rId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71B6A-1D11-DC9D-8113-EFD08496FC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41F4C71-2E25-B12D-1089-09A3C72C9CB7}"/>
              </a:ext>
            </a:extLst>
          </p:cNvPr>
          <p:cNvSpPr/>
          <p:nvPr/>
        </p:nvSpPr>
        <p:spPr>
          <a:xfrm>
            <a:off x="1810646" y="559203"/>
            <a:ext cx="13089105" cy="1861403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0AEBD95-16EE-FD03-44AB-4B59B9ECACB9}"/>
              </a:ext>
            </a:extLst>
          </p:cNvPr>
          <p:cNvSpPr/>
          <p:nvPr/>
        </p:nvSpPr>
        <p:spPr>
          <a:xfrm>
            <a:off x="2174684" y="465346"/>
            <a:ext cx="983419" cy="187561"/>
          </a:xfrm>
          <a:prstGeom prst="roundRect">
            <a:avLst/>
          </a:prstGeom>
          <a:solidFill>
            <a:srgbClr val="EB5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800" b="1" dirty="0">
                <a:solidFill>
                  <a:schemeClr val="bg1"/>
                </a:solidFill>
              </a:rPr>
              <a:t>Customer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B5C91CC-602C-B985-EC1C-B6C87FF15742}"/>
              </a:ext>
            </a:extLst>
          </p:cNvPr>
          <p:cNvSpPr/>
          <p:nvPr/>
        </p:nvSpPr>
        <p:spPr>
          <a:xfrm>
            <a:off x="202830" y="3781528"/>
            <a:ext cx="657895" cy="28293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Simulator</a:t>
            </a:r>
            <a:endParaRPr lang="en-US" sz="800" b="1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CCA2314-4DA4-EE6E-4FC8-321ADC0145E5}"/>
              </a:ext>
            </a:extLst>
          </p:cNvPr>
          <p:cNvSpPr/>
          <p:nvPr/>
        </p:nvSpPr>
        <p:spPr>
          <a:xfrm>
            <a:off x="2248660" y="1190492"/>
            <a:ext cx="835470" cy="238814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Cardholder App</a:t>
            </a:r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2739B0F8-55BA-043D-DC37-B96670AF2016}"/>
              </a:ext>
            </a:extLst>
          </p:cNvPr>
          <p:cNvSpPr/>
          <p:nvPr/>
        </p:nvSpPr>
        <p:spPr>
          <a:xfrm rot="5400000">
            <a:off x="3765922" y="1091267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5A00D2"/>
              </a:solidFill>
            </a:endParaRPr>
          </a:p>
        </p:txBody>
      </p:sp>
      <p:cxnSp>
        <p:nvCxnSpPr>
          <p:cNvPr id="9" name="Straight Arrow Connector 47">
            <a:extLst>
              <a:ext uri="{FF2B5EF4-FFF2-40B4-BE49-F238E27FC236}">
                <a16:creationId xmlns:a16="http://schemas.microsoft.com/office/drawing/2014/main" id="{92A22351-2B77-D837-2022-1A6DE6F5EB2A}"/>
              </a:ext>
            </a:extLst>
          </p:cNvPr>
          <p:cNvCxnSpPr>
            <a:cxnSpLocks/>
            <a:stCxn id="6" idx="3"/>
            <a:endCxn id="32" idx="0"/>
          </p:cNvCxnSpPr>
          <p:nvPr/>
        </p:nvCxnSpPr>
        <p:spPr>
          <a:xfrm flipV="1">
            <a:off x="860725" y="1306595"/>
            <a:ext cx="849626" cy="2616401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EBBA13F-F3DF-CC62-57A7-C837DBB4B0CB}"/>
              </a:ext>
            </a:extLst>
          </p:cNvPr>
          <p:cNvSpPr/>
          <p:nvPr/>
        </p:nvSpPr>
        <p:spPr>
          <a:xfrm>
            <a:off x="3597069" y="1461724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A6FF9CA-5B88-8994-82C3-A3C5BD3BC8CF}"/>
              </a:ext>
            </a:extLst>
          </p:cNvPr>
          <p:cNvSpPr/>
          <p:nvPr/>
        </p:nvSpPr>
        <p:spPr>
          <a:xfrm>
            <a:off x="3854565" y="1461724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7B3AC1-ABEB-5463-46D9-B3E60A1CD4BD}"/>
              </a:ext>
            </a:extLst>
          </p:cNvPr>
          <p:cNvSpPr txBox="1"/>
          <p:nvPr/>
        </p:nvSpPr>
        <p:spPr>
          <a:xfrm>
            <a:off x="4477596" y="169836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19" name="Can 18">
            <a:extLst>
              <a:ext uri="{FF2B5EF4-FFF2-40B4-BE49-F238E27FC236}">
                <a16:creationId xmlns:a16="http://schemas.microsoft.com/office/drawing/2014/main" id="{49D07956-8CA9-94FF-A8CE-F50F8696AF47}"/>
              </a:ext>
            </a:extLst>
          </p:cNvPr>
          <p:cNvSpPr/>
          <p:nvPr/>
        </p:nvSpPr>
        <p:spPr>
          <a:xfrm>
            <a:off x="2328352" y="1752819"/>
            <a:ext cx="676093" cy="253790"/>
          </a:xfrm>
          <a:prstGeom prst="ca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r>
              <a:rPr lang="en-GB" sz="700" b="1" dirty="0"/>
              <a:t>RDBMS</a:t>
            </a:r>
            <a:endParaRPr lang="en-GB" sz="800" b="1" dirty="0"/>
          </a:p>
        </p:txBody>
      </p:sp>
      <p:cxnSp>
        <p:nvCxnSpPr>
          <p:cNvPr id="20" name="Straight Arrow Connector 47">
            <a:extLst>
              <a:ext uri="{FF2B5EF4-FFF2-40B4-BE49-F238E27FC236}">
                <a16:creationId xmlns:a16="http://schemas.microsoft.com/office/drawing/2014/main" id="{BE64EA33-D83F-40EF-553D-41053DE98892}"/>
              </a:ext>
            </a:extLst>
          </p:cNvPr>
          <p:cNvCxnSpPr>
            <a:cxnSpLocks/>
            <a:stCxn id="7" idx="2"/>
            <a:endCxn id="19" idx="1"/>
          </p:cNvCxnSpPr>
          <p:nvPr/>
        </p:nvCxnSpPr>
        <p:spPr>
          <a:xfrm rot="16200000" flipH="1">
            <a:off x="2504641" y="1591060"/>
            <a:ext cx="323513" cy="4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47">
            <a:extLst>
              <a:ext uri="{FF2B5EF4-FFF2-40B4-BE49-F238E27FC236}">
                <a16:creationId xmlns:a16="http://schemas.microsoft.com/office/drawing/2014/main" id="{530E8E04-602C-42FC-7713-A5A828A0E8C6}"/>
              </a:ext>
            </a:extLst>
          </p:cNvPr>
          <p:cNvCxnSpPr>
            <a:cxnSpLocks/>
            <a:stCxn id="7" idx="2"/>
            <a:endCxn id="8" idx="3"/>
          </p:cNvCxnSpPr>
          <p:nvPr/>
        </p:nvCxnSpPr>
        <p:spPr>
          <a:xfrm rot="16200000" flipH="1">
            <a:off x="3005178" y="1090522"/>
            <a:ext cx="119628" cy="797195"/>
          </a:xfrm>
          <a:prstGeom prst="curvedConnector2">
            <a:avLst/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471BAD0E-9EF6-53C1-A79A-0A6ABF4F606E}"/>
              </a:ext>
            </a:extLst>
          </p:cNvPr>
          <p:cNvSpPr/>
          <p:nvPr/>
        </p:nvSpPr>
        <p:spPr>
          <a:xfrm rot="16200000">
            <a:off x="1514050" y="1196422"/>
            <a:ext cx="612947" cy="220346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API</a:t>
            </a:r>
            <a:endParaRPr lang="en-US" sz="800" b="1" dirty="0"/>
          </a:p>
        </p:txBody>
      </p:sp>
      <p:cxnSp>
        <p:nvCxnSpPr>
          <p:cNvPr id="36" name="Straight Arrow Connector 47">
            <a:extLst>
              <a:ext uri="{FF2B5EF4-FFF2-40B4-BE49-F238E27FC236}">
                <a16:creationId xmlns:a16="http://schemas.microsoft.com/office/drawing/2014/main" id="{EF37B0AA-F45A-9205-F5C7-3053FBEBA230}"/>
              </a:ext>
            </a:extLst>
          </p:cNvPr>
          <p:cNvCxnSpPr>
            <a:cxnSpLocks/>
            <a:stCxn id="32" idx="2"/>
            <a:endCxn id="7" idx="1"/>
          </p:cNvCxnSpPr>
          <p:nvPr/>
        </p:nvCxnSpPr>
        <p:spPr>
          <a:xfrm>
            <a:off x="1930697" y="1306595"/>
            <a:ext cx="317963" cy="3304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an 39">
            <a:extLst>
              <a:ext uri="{FF2B5EF4-FFF2-40B4-BE49-F238E27FC236}">
                <a16:creationId xmlns:a16="http://schemas.microsoft.com/office/drawing/2014/main" id="{E54C50A4-C88E-6DBD-E11D-BC4723D82D05}"/>
              </a:ext>
            </a:extLst>
          </p:cNvPr>
          <p:cNvSpPr/>
          <p:nvPr/>
        </p:nvSpPr>
        <p:spPr>
          <a:xfrm rot="5400000">
            <a:off x="2391444" y="3465329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5A00D2"/>
              </a:solidFill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44E2B388-CF1A-7CCE-CAF6-1B0CFA54920A}"/>
              </a:ext>
            </a:extLst>
          </p:cNvPr>
          <p:cNvSpPr/>
          <p:nvPr/>
        </p:nvSpPr>
        <p:spPr>
          <a:xfrm>
            <a:off x="2222591" y="3835786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624DE3F9-112C-02ED-3B82-EDBF2411C272}"/>
              </a:ext>
            </a:extLst>
          </p:cNvPr>
          <p:cNvSpPr/>
          <p:nvPr/>
        </p:nvSpPr>
        <p:spPr>
          <a:xfrm>
            <a:off x="2480087" y="3835786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CF122D4-FC5A-4094-E7C2-BB4D5BF67890}"/>
              </a:ext>
            </a:extLst>
          </p:cNvPr>
          <p:cNvSpPr txBox="1"/>
          <p:nvPr/>
        </p:nvSpPr>
        <p:spPr>
          <a:xfrm>
            <a:off x="3103118" y="4072422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0BCAFE5B-454A-CB91-AFDA-A94EB7FB4DC6}"/>
              </a:ext>
            </a:extLst>
          </p:cNvPr>
          <p:cNvSpPr/>
          <p:nvPr/>
        </p:nvSpPr>
        <p:spPr>
          <a:xfrm>
            <a:off x="3412698" y="3820074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Merchants Flagging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1963148-4886-FEFD-6A8F-2232B8D9A633}"/>
              </a:ext>
            </a:extLst>
          </p:cNvPr>
          <p:cNvSpPr txBox="1"/>
          <p:nvPr/>
        </p:nvSpPr>
        <p:spPr>
          <a:xfrm>
            <a:off x="3533371" y="1242091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pub.cust.cardholder.state.v1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0919C9D-01B9-CFBC-746F-BBAFFAE4F235}"/>
              </a:ext>
            </a:extLst>
          </p:cNvPr>
          <p:cNvSpPr txBox="1"/>
          <p:nvPr/>
        </p:nvSpPr>
        <p:spPr>
          <a:xfrm>
            <a:off x="2052791" y="3600757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priv.pay.transaction.delta.v1</a:t>
            </a:r>
          </a:p>
        </p:txBody>
      </p:sp>
      <p:cxnSp>
        <p:nvCxnSpPr>
          <p:cNvPr id="52" name="Straight Arrow Connector 47">
            <a:extLst>
              <a:ext uri="{FF2B5EF4-FFF2-40B4-BE49-F238E27FC236}">
                <a16:creationId xmlns:a16="http://schemas.microsoft.com/office/drawing/2014/main" id="{AA652E08-1A74-33FA-4995-A4A8C3244368}"/>
              </a:ext>
            </a:extLst>
          </p:cNvPr>
          <p:cNvCxnSpPr>
            <a:cxnSpLocks/>
            <a:stCxn id="6" idx="3"/>
            <a:endCxn id="40" idx="3"/>
          </p:cNvCxnSpPr>
          <p:nvPr/>
        </p:nvCxnSpPr>
        <p:spPr>
          <a:xfrm>
            <a:off x="860725" y="3922994"/>
            <a:ext cx="1228385" cy="12700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Can 56">
            <a:extLst>
              <a:ext uri="{FF2B5EF4-FFF2-40B4-BE49-F238E27FC236}">
                <a16:creationId xmlns:a16="http://schemas.microsoft.com/office/drawing/2014/main" id="{290DD704-C326-9CCB-634B-624DDF1432B4}"/>
              </a:ext>
            </a:extLst>
          </p:cNvPr>
          <p:cNvSpPr/>
          <p:nvPr/>
        </p:nvSpPr>
        <p:spPr>
          <a:xfrm rot="5400000">
            <a:off x="4681255" y="3465330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5A00D2"/>
              </a:solidFill>
            </a:endParaRP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A60953A4-6394-9BF2-FBE1-E0726FB825EB}"/>
              </a:ext>
            </a:extLst>
          </p:cNvPr>
          <p:cNvSpPr/>
          <p:nvPr/>
        </p:nvSpPr>
        <p:spPr>
          <a:xfrm>
            <a:off x="4512402" y="3835786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3599B538-1D22-D5ED-D3EE-360CE134FE3B}"/>
              </a:ext>
            </a:extLst>
          </p:cNvPr>
          <p:cNvSpPr/>
          <p:nvPr/>
        </p:nvSpPr>
        <p:spPr>
          <a:xfrm>
            <a:off x="4769898" y="3835786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18C6BB0-2044-AB73-8031-130D526E5985}"/>
              </a:ext>
            </a:extLst>
          </p:cNvPr>
          <p:cNvSpPr txBox="1"/>
          <p:nvPr/>
        </p:nvSpPr>
        <p:spPr>
          <a:xfrm>
            <a:off x="5392929" y="4072422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0F233E7-800D-FB9B-4484-41D0DD93B4B3}"/>
              </a:ext>
            </a:extLst>
          </p:cNvPr>
          <p:cNvSpPr txBox="1"/>
          <p:nvPr/>
        </p:nvSpPr>
        <p:spPr>
          <a:xfrm>
            <a:off x="4097137" y="3617478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priv.pay.transaction-flagged.delta.v1</a:t>
            </a:r>
          </a:p>
        </p:txBody>
      </p:sp>
      <p:cxnSp>
        <p:nvCxnSpPr>
          <p:cNvPr id="62" name="Straight Arrow Connector 47">
            <a:extLst>
              <a:ext uri="{FF2B5EF4-FFF2-40B4-BE49-F238E27FC236}">
                <a16:creationId xmlns:a16="http://schemas.microsoft.com/office/drawing/2014/main" id="{20C036AA-B685-617D-5A1F-232A3F3C99AE}"/>
              </a:ext>
            </a:extLst>
          </p:cNvPr>
          <p:cNvCxnSpPr>
            <a:cxnSpLocks/>
            <a:stCxn id="40" idx="1"/>
            <a:endCxn id="44" idx="1"/>
          </p:cNvCxnSpPr>
          <p:nvPr/>
        </p:nvCxnSpPr>
        <p:spPr>
          <a:xfrm>
            <a:off x="3004445" y="3922996"/>
            <a:ext cx="408255" cy="155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47">
            <a:extLst>
              <a:ext uri="{FF2B5EF4-FFF2-40B4-BE49-F238E27FC236}">
                <a16:creationId xmlns:a16="http://schemas.microsoft.com/office/drawing/2014/main" id="{DD759A66-46BB-215B-E30B-24C25CBDC252}"/>
              </a:ext>
            </a:extLst>
          </p:cNvPr>
          <p:cNvCxnSpPr>
            <a:cxnSpLocks/>
            <a:stCxn id="44" idx="3"/>
            <a:endCxn id="57" idx="3"/>
          </p:cNvCxnSpPr>
          <p:nvPr/>
        </p:nvCxnSpPr>
        <p:spPr>
          <a:xfrm flipV="1">
            <a:off x="4071778" y="3922995"/>
            <a:ext cx="307145" cy="154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33F967BF-AA25-4998-DEF3-F0644C6801B5}"/>
              </a:ext>
            </a:extLst>
          </p:cNvPr>
          <p:cNvSpPr/>
          <p:nvPr/>
        </p:nvSpPr>
        <p:spPr>
          <a:xfrm>
            <a:off x="5764659" y="3825226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Customer Enricher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2375B5F-79F4-29AF-3B7D-5DA7833DC4F1}"/>
              </a:ext>
            </a:extLst>
          </p:cNvPr>
          <p:cNvSpPr txBox="1"/>
          <p:nvPr/>
        </p:nvSpPr>
        <p:spPr>
          <a:xfrm>
            <a:off x="3140200" y="476178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70" name="Can 69">
            <a:extLst>
              <a:ext uri="{FF2B5EF4-FFF2-40B4-BE49-F238E27FC236}">
                <a16:creationId xmlns:a16="http://schemas.microsoft.com/office/drawing/2014/main" id="{9AA50E46-927F-D83B-F24B-5E79A602E614}"/>
              </a:ext>
            </a:extLst>
          </p:cNvPr>
          <p:cNvSpPr/>
          <p:nvPr/>
        </p:nvSpPr>
        <p:spPr>
          <a:xfrm rot="5400000">
            <a:off x="4503127" y="4530308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5A00D2"/>
              </a:solidFill>
            </a:endParaRP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ED96C14F-0487-9375-442F-DFFBA2032D15}"/>
              </a:ext>
            </a:extLst>
          </p:cNvPr>
          <p:cNvSpPr/>
          <p:nvPr/>
        </p:nvSpPr>
        <p:spPr>
          <a:xfrm>
            <a:off x="4334274" y="4900765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C925D4DC-17EA-66EA-6069-0E3D1C695462}"/>
              </a:ext>
            </a:extLst>
          </p:cNvPr>
          <p:cNvSpPr/>
          <p:nvPr/>
        </p:nvSpPr>
        <p:spPr>
          <a:xfrm>
            <a:off x="4591770" y="4900765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2CADAA7-AD2A-5CFC-0995-4CF5D348188C}"/>
              </a:ext>
            </a:extLst>
          </p:cNvPr>
          <p:cNvSpPr txBox="1"/>
          <p:nvPr/>
        </p:nvSpPr>
        <p:spPr>
          <a:xfrm>
            <a:off x="5214801" y="513740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E2D48DD-77F4-37B9-731C-69FD05A0F174}"/>
              </a:ext>
            </a:extLst>
          </p:cNvPr>
          <p:cNvSpPr txBox="1"/>
          <p:nvPr/>
        </p:nvSpPr>
        <p:spPr>
          <a:xfrm>
            <a:off x="4200795" y="4703737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pub.ref.merchant.state.v1</a:t>
            </a:r>
          </a:p>
        </p:txBody>
      </p:sp>
      <p:cxnSp>
        <p:nvCxnSpPr>
          <p:cNvPr id="75" name="Straight Arrow Connector 47">
            <a:extLst>
              <a:ext uri="{FF2B5EF4-FFF2-40B4-BE49-F238E27FC236}">
                <a16:creationId xmlns:a16="http://schemas.microsoft.com/office/drawing/2014/main" id="{BA9EE777-AF5C-5498-54DF-E2A83B004BA5}"/>
              </a:ext>
            </a:extLst>
          </p:cNvPr>
          <p:cNvCxnSpPr>
            <a:cxnSpLocks/>
            <a:stCxn id="6" idx="3"/>
            <a:endCxn id="2" idx="2"/>
          </p:cNvCxnSpPr>
          <p:nvPr/>
        </p:nvCxnSpPr>
        <p:spPr>
          <a:xfrm>
            <a:off x="860725" y="3922996"/>
            <a:ext cx="1349250" cy="1067349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47">
            <a:extLst>
              <a:ext uri="{FF2B5EF4-FFF2-40B4-BE49-F238E27FC236}">
                <a16:creationId xmlns:a16="http://schemas.microsoft.com/office/drawing/2014/main" id="{70FA9155-09FC-9DDF-842B-16416F0030D2}"/>
              </a:ext>
            </a:extLst>
          </p:cNvPr>
          <p:cNvCxnSpPr>
            <a:cxnSpLocks/>
            <a:stCxn id="57" idx="1"/>
            <a:endCxn id="68" idx="1"/>
          </p:cNvCxnSpPr>
          <p:nvPr/>
        </p:nvCxnSpPr>
        <p:spPr>
          <a:xfrm>
            <a:off x="5294256" y="3922995"/>
            <a:ext cx="470405" cy="5306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47">
            <a:extLst>
              <a:ext uri="{FF2B5EF4-FFF2-40B4-BE49-F238E27FC236}">
                <a16:creationId xmlns:a16="http://schemas.microsoft.com/office/drawing/2014/main" id="{F99E8E86-D6E3-B00A-58F2-7B7AB4AB442D}"/>
              </a:ext>
            </a:extLst>
          </p:cNvPr>
          <p:cNvCxnSpPr>
            <a:cxnSpLocks/>
            <a:stCxn id="70" idx="1"/>
            <a:endCxn id="44" idx="1"/>
          </p:cNvCxnSpPr>
          <p:nvPr/>
        </p:nvCxnSpPr>
        <p:spPr>
          <a:xfrm flipH="1" flipV="1">
            <a:off x="3412698" y="3923149"/>
            <a:ext cx="1703430" cy="1064826"/>
          </a:xfrm>
          <a:prstGeom prst="curvedConnector5">
            <a:avLst>
              <a:gd name="adj1" fmla="val -13420"/>
              <a:gd name="adj2" fmla="val 66650"/>
              <a:gd name="adj3" fmla="val 11342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an 84">
            <a:extLst>
              <a:ext uri="{FF2B5EF4-FFF2-40B4-BE49-F238E27FC236}">
                <a16:creationId xmlns:a16="http://schemas.microsoft.com/office/drawing/2014/main" id="{264B921C-8384-5816-DFE4-FF7CFC05FC00}"/>
              </a:ext>
            </a:extLst>
          </p:cNvPr>
          <p:cNvSpPr/>
          <p:nvPr/>
        </p:nvSpPr>
        <p:spPr>
          <a:xfrm rot="5400000">
            <a:off x="7042882" y="3470607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5A00D2"/>
              </a:solidFill>
            </a:endParaRPr>
          </a:p>
        </p:txBody>
      </p:sp>
      <p:sp>
        <p:nvSpPr>
          <p:cNvPr id="86" name="Rounded Rectangle 85">
            <a:extLst>
              <a:ext uri="{FF2B5EF4-FFF2-40B4-BE49-F238E27FC236}">
                <a16:creationId xmlns:a16="http://schemas.microsoft.com/office/drawing/2014/main" id="{43926318-C26E-5E41-A656-F91EB3A106D2}"/>
              </a:ext>
            </a:extLst>
          </p:cNvPr>
          <p:cNvSpPr/>
          <p:nvPr/>
        </p:nvSpPr>
        <p:spPr>
          <a:xfrm>
            <a:off x="6874029" y="3841063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ounded Rectangle 86">
            <a:extLst>
              <a:ext uri="{FF2B5EF4-FFF2-40B4-BE49-F238E27FC236}">
                <a16:creationId xmlns:a16="http://schemas.microsoft.com/office/drawing/2014/main" id="{416955E6-83D8-C23D-D6C6-0326D38E971F}"/>
              </a:ext>
            </a:extLst>
          </p:cNvPr>
          <p:cNvSpPr/>
          <p:nvPr/>
        </p:nvSpPr>
        <p:spPr>
          <a:xfrm>
            <a:off x="7131525" y="3841063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802BDD2-DB12-C7AF-B77D-4E88A699F5E0}"/>
              </a:ext>
            </a:extLst>
          </p:cNvPr>
          <p:cNvSpPr txBox="1"/>
          <p:nvPr/>
        </p:nvSpPr>
        <p:spPr>
          <a:xfrm>
            <a:off x="7754556" y="407769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8D46FDB-0FFB-EF80-18FD-4E47568ECE41}"/>
              </a:ext>
            </a:extLst>
          </p:cNvPr>
          <p:cNvSpPr txBox="1"/>
          <p:nvPr/>
        </p:nvSpPr>
        <p:spPr>
          <a:xfrm>
            <a:off x="6458764" y="3622755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priv.pay.transaction-flagged2.delta.v1</a:t>
            </a:r>
          </a:p>
        </p:txBody>
      </p:sp>
      <p:cxnSp>
        <p:nvCxnSpPr>
          <p:cNvPr id="90" name="Straight Arrow Connector 47">
            <a:extLst>
              <a:ext uri="{FF2B5EF4-FFF2-40B4-BE49-F238E27FC236}">
                <a16:creationId xmlns:a16="http://schemas.microsoft.com/office/drawing/2014/main" id="{EA31A2EC-2B3B-2A9D-3F1C-5623F7FEAEAD}"/>
              </a:ext>
            </a:extLst>
          </p:cNvPr>
          <p:cNvCxnSpPr>
            <a:cxnSpLocks/>
            <a:stCxn id="68" idx="3"/>
            <a:endCxn id="85" idx="3"/>
          </p:cNvCxnSpPr>
          <p:nvPr/>
        </p:nvCxnSpPr>
        <p:spPr>
          <a:xfrm flipV="1">
            <a:off x="6423737" y="3928274"/>
            <a:ext cx="316813" cy="27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47">
            <a:extLst>
              <a:ext uri="{FF2B5EF4-FFF2-40B4-BE49-F238E27FC236}">
                <a16:creationId xmlns:a16="http://schemas.microsoft.com/office/drawing/2014/main" id="{BB095171-4BEC-47EF-9619-ABC24BB72F49}"/>
              </a:ext>
            </a:extLst>
          </p:cNvPr>
          <p:cNvCxnSpPr>
            <a:cxnSpLocks/>
            <a:stCxn id="85" idx="1"/>
            <a:endCxn id="14" idx="1"/>
          </p:cNvCxnSpPr>
          <p:nvPr/>
        </p:nvCxnSpPr>
        <p:spPr>
          <a:xfrm flipV="1">
            <a:off x="7655883" y="3925635"/>
            <a:ext cx="354189" cy="2639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Rounded Rectangle 111">
            <a:extLst>
              <a:ext uri="{FF2B5EF4-FFF2-40B4-BE49-F238E27FC236}">
                <a16:creationId xmlns:a16="http://schemas.microsoft.com/office/drawing/2014/main" id="{DB5A2245-BB8B-CB08-55E5-39AEEAA0AE25}"/>
              </a:ext>
            </a:extLst>
          </p:cNvPr>
          <p:cNvSpPr/>
          <p:nvPr/>
        </p:nvSpPr>
        <p:spPr>
          <a:xfrm>
            <a:off x="10355019" y="3824722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Iceberg Sink</a:t>
            </a:r>
          </a:p>
        </p:txBody>
      </p:sp>
      <p:sp>
        <p:nvSpPr>
          <p:cNvPr id="113" name="Rounded Rectangle 112">
            <a:extLst>
              <a:ext uri="{FF2B5EF4-FFF2-40B4-BE49-F238E27FC236}">
                <a16:creationId xmlns:a16="http://schemas.microsoft.com/office/drawing/2014/main" id="{43A66110-E559-7536-F9DC-C85288D0D1E6}"/>
              </a:ext>
            </a:extLst>
          </p:cNvPr>
          <p:cNvSpPr/>
          <p:nvPr/>
        </p:nvSpPr>
        <p:spPr>
          <a:xfrm>
            <a:off x="10355019" y="1439424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Iceberg Sink</a:t>
            </a:r>
          </a:p>
        </p:txBody>
      </p:sp>
      <p:cxnSp>
        <p:nvCxnSpPr>
          <p:cNvPr id="114" name="Straight Arrow Connector 47">
            <a:extLst>
              <a:ext uri="{FF2B5EF4-FFF2-40B4-BE49-F238E27FC236}">
                <a16:creationId xmlns:a16="http://schemas.microsoft.com/office/drawing/2014/main" id="{2FBB43B0-7E4F-E17A-97F5-DF01085399A9}"/>
              </a:ext>
            </a:extLst>
          </p:cNvPr>
          <p:cNvCxnSpPr>
            <a:cxnSpLocks/>
            <a:stCxn id="8" idx="1"/>
            <a:endCxn id="113" idx="1"/>
          </p:cNvCxnSpPr>
          <p:nvPr/>
        </p:nvCxnSpPr>
        <p:spPr>
          <a:xfrm flipV="1">
            <a:off x="4378921" y="1542501"/>
            <a:ext cx="5976098" cy="6433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3" name="Graphic 122" descr="Table outline">
            <a:extLst>
              <a:ext uri="{FF2B5EF4-FFF2-40B4-BE49-F238E27FC236}">
                <a16:creationId xmlns:a16="http://schemas.microsoft.com/office/drawing/2014/main" id="{ADDE294A-3305-3A8A-60E0-3B42EE8E8F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16364" y="1293794"/>
            <a:ext cx="481251" cy="481251"/>
          </a:xfrm>
          <a:prstGeom prst="rect">
            <a:avLst/>
          </a:prstGeom>
        </p:spPr>
      </p:pic>
      <p:pic>
        <p:nvPicPr>
          <p:cNvPr id="126" name="Graphic 125" descr="Table outline">
            <a:extLst>
              <a:ext uri="{FF2B5EF4-FFF2-40B4-BE49-F238E27FC236}">
                <a16:creationId xmlns:a16="http://schemas.microsoft.com/office/drawing/2014/main" id="{38BB9873-E195-C10B-33CB-67959C9610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16364" y="3686462"/>
            <a:ext cx="481251" cy="481251"/>
          </a:xfrm>
          <a:prstGeom prst="rect">
            <a:avLst/>
          </a:prstGeom>
        </p:spPr>
      </p:pic>
      <p:sp>
        <p:nvSpPr>
          <p:cNvPr id="127" name="Rounded Rectangle 126">
            <a:extLst>
              <a:ext uri="{FF2B5EF4-FFF2-40B4-BE49-F238E27FC236}">
                <a16:creationId xmlns:a16="http://schemas.microsoft.com/office/drawing/2014/main" id="{BC080405-CFDF-CBF9-55E6-5BBA24C87966}"/>
              </a:ext>
            </a:extLst>
          </p:cNvPr>
          <p:cNvSpPr/>
          <p:nvPr/>
        </p:nvSpPr>
        <p:spPr>
          <a:xfrm>
            <a:off x="12719472" y="1423946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Normalizer</a:t>
            </a:r>
          </a:p>
        </p:txBody>
      </p:sp>
      <p:pic>
        <p:nvPicPr>
          <p:cNvPr id="128" name="Graphic 127" descr="Table outline">
            <a:extLst>
              <a:ext uri="{FF2B5EF4-FFF2-40B4-BE49-F238E27FC236}">
                <a16:creationId xmlns:a16="http://schemas.microsoft.com/office/drawing/2014/main" id="{9D6A203B-84A3-2383-0E04-6968FA208D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90364" y="711181"/>
            <a:ext cx="481251" cy="481251"/>
          </a:xfrm>
          <a:prstGeom prst="rect">
            <a:avLst/>
          </a:prstGeom>
        </p:spPr>
      </p:pic>
      <p:pic>
        <p:nvPicPr>
          <p:cNvPr id="129" name="Graphic 128" descr="Table outline">
            <a:extLst>
              <a:ext uri="{FF2B5EF4-FFF2-40B4-BE49-F238E27FC236}">
                <a16:creationId xmlns:a16="http://schemas.microsoft.com/office/drawing/2014/main" id="{3297E730-482B-433E-8D95-D14C381CD2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90363" y="1873076"/>
            <a:ext cx="481251" cy="481251"/>
          </a:xfrm>
          <a:prstGeom prst="rect">
            <a:avLst/>
          </a:prstGeom>
        </p:spPr>
      </p:pic>
      <p:pic>
        <p:nvPicPr>
          <p:cNvPr id="130" name="Graphic 129" descr="Table outline">
            <a:extLst>
              <a:ext uri="{FF2B5EF4-FFF2-40B4-BE49-F238E27FC236}">
                <a16:creationId xmlns:a16="http://schemas.microsoft.com/office/drawing/2014/main" id="{4CA19FBD-E65A-2DD9-2081-A127FD6A65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90363" y="1289820"/>
            <a:ext cx="481251" cy="481251"/>
          </a:xfrm>
          <a:prstGeom prst="rect">
            <a:avLst/>
          </a:prstGeom>
        </p:spPr>
      </p:pic>
      <p:pic>
        <p:nvPicPr>
          <p:cNvPr id="131" name="Graphic 130" descr="Table outline">
            <a:extLst>
              <a:ext uri="{FF2B5EF4-FFF2-40B4-BE49-F238E27FC236}">
                <a16:creationId xmlns:a16="http://schemas.microsoft.com/office/drawing/2014/main" id="{77737AD5-7218-C38E-2131-CC3264C254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207134" y="3007072"/>
            <a:ext cx="481251" cy="481251"/>
          </a:xfrm>
          <a:prstGeom prst="rect">
            <a:avLst/>
          </a:prstGeom>
        </p:spPr>
      </p:pic>
      <p:cxnSp>
        <p:nvCxnSpPr>
          <p:cNvPr id="132" name="Straight Arrow Connector 47">
            <a:extLst>
              <a:ext uri="{FF2B5EF4-FFF2-40B4-BE49-F238E27FC236}">
                <a16:creationId xmlns:a16="http://schemas.microsoft.com/office/drawing/2014/main" id="{45C0CB80-7EF0-9435-4526-25AC2D548A44}"/>
              </a:ext>
            </a:extLst>
          </p:cNvPr>
          <p:cNvCxnSpPr>
            <a:cxnSpLocks/>
            <a:stCxn id="113" idx="3"/>
            <a:endCxn id="123" idx="1"/>
          </p:cNvCxnSpPr>
          <p:nvPr/>
        </p:nvCxnSpPr>
        <p:spPr>
          <a:xfrm flipV="1">
            <a:off x="11014099" y="1534420"/>
            <a:ext cx="402265" cy="8081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47">
            <a:extLst>
              <a:ext uri="{FF2B5EF4-FFF2-40B4-BE49-F238E27FC236}">
                <a16:creationId xmlns:a16="http://schemas.microsoft.com/office/drawing/2014/main" id="{8A03B225-AD44-7BB7-043D-373898E805BE}"/>
              </a:ext>
            </a:extLst>
          </p:cNvPr>
          <p:cNvCxnSpPr>
            <a:cxnSpLocks/>
            <a:stCxn id="123" idx="3"/>
            <a:endCxn id="127" idx="1"/>
          </p:cNvCxnSpPr>
          <p:nvPr/>
        </p:nvCxnSpPr>
        <p:spPr>
          <a:xfrm flipV="1">
            <a:off x="11897615" y="1527023"/>
            <a:ext cx="821859" cy="7397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bucket Icon - Free PNG &amp; SVG 394460 - Noun Project">
            <a:extLst>
              <a:ext uri="{FF2B5EF4-FFF2-40B4-BE49-F238E27FC236}">
                <a16:creationId xmlns:a16="http://schemas.microsoft.com/office/drawing/2014/main" id="{89C45986-90E5-F2F3-9983-2DD392719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15490" y="1523984"/>
            <a:ext cx="198421" cy="19842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38" name="Picture 2" descr="bucket Icon - Free PNG &amp; SVG 394460 - Noun Project">
            <a:extLst>
              <a:ext uri="{FF2B5EF4-FFF2-40B4-BE49-F238E27FC236}">
                <a16:creationId xmlns:a16="http://schemas.microsoft.com/office/drawing/2014/main" id="{A9025875-71EC-65B2-42D4-EBEA45841F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82624" y="3935168"/>
            <a:ext cx="198421" cy="19842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39" name="Picture 2" descr="bucket Icon - Free PNG &amp; SVG 394460 - Noun Project">
            <a:extLst>
              <a:ext uri="{FF2B5EF4-FFF2-40B4-BE49-F238E27FC236}">
                <a16:creationId xmlns:a16="http://schemas.microsoft.com/office/drawing/2014/main" id="{53173ECB-D95F-8047-28FF-667C52EAC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68228" y="981219"/>
            <a:ext cx="198421" cy="19842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40" name="Picture 2" descr="bucket Icon - Free PNG &amp; SVG 394460 - Noun Project">
            <a:extLst>
              <a:ext uri="{FF2B5EF4-FFF2-40B4-BE49-F238E27FC236}">
                <a16:creationId xmlns:a16="http://schemas.microsoft.com/office/drawing/2014/main" id="{92E90175-8460-3473-370B-2673E18472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60792" y="1552783"/>
            <a:ext cx="198421" cy="19842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41" name="Picture 2" descr="bucket Icon - Free PNG &amp; SVG 394460 - Noun Project">
            <a:extLst>
              <a:ext uri="{FF2B5EF4-FFF2-40B4-BE49-F238E27FC236}">
                <a16:creationId xmlns:a16="http://schemas.microsoft.com/office/drawing/2014/main" id="{FCA9FD37-D9EA-7021-3AB1-8B8EA7427C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60792" y="2131422"/>
            <a:ext cx="198421" cy="19842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42" name="Picture 2" descr="bucket Icon - Free PNG &amp; SVG 394460 - Noun Project">
            <a:extLst>
              <a:ext uri="{FF2B5EF4-FFF2-40B4-BE49-F238E27FC236}">
                <a16:creationId xmlns:a16="http://schemas.microsoft.com/office/drawing/2014/main" id="{C01EEACB-BEA0-7A9F-B1D3-ADD7C683F0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78399" y="3285285"/>
            <a:ext cx="198421" cy="198421"/>
          </a:xfrm>
          <a:prstGeom prst="rect">
            <a:avLst/>
          </a:prstGeom>
          <a:solidFill>
            <a:schemeClr val="bg1"/>
          </a:solidFill>
        </p:spPr>
      </p:pic>
      <p:cxnSp>
        <p:nvCxnSpPr>
          <p:cNvPr id="143" name="Straight Arrow Connector 47">
            <a:extLst>
              <a:ext uri="{FF2B5EF4-FFF2-40B4-BE49-F238E27FC236}">
                <a16:creationId xmlns:a16="http://schemas.microsoft.com/office/drawing/2014/main" id="{F7FFC092-1999-D8A7-3118-7D4B0DDCDDE5}"/>
              </a:ext>
            </a:extLst>
          </p:cNvPr>
          <p:cNvCxnSpPr>
            <a:cxnSpLocks/>
            <a:stCxn id="112" idx="3"/>
            <a:endCxn id="126" idx="1"/>
          </p:cNvCxnSpPr>
          <p:nvPr/>
        </p:nvCxnSpPr>
        <p:spPr>
          <a:xfrm flipV="1">
            <a:off x="11014099" y="3927088"/>
            <a:ext cx="402265" cy="711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B3A89B00-3E31-F5DA-C3A6-045B951D01FE}"/>
              </a:ext>
            </a:extLst>
          </p:cNvPr>
          <p:cNvSpPr/>
          <p:nvPr/>
        </p:nvSpPr>
        <p:spPr>
          <a:xfrm>
            <a:off x="10355019" y="3144348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Iceberg Sink</a:t>
            </a:r>
          </a:p>
        </p:txBody>
      </p:sp>
      <p:pic>
        <p:nvPicPr>
          <p:cNvPr id="147" name="Graphic 146" descr="Table outline">
            <a:extLst>
              <a:ext uri="{FF2B5EF4-FFF2-40B4-BE49-F238E27FC236}">
                <a16:creationId xmlns:a16="http://schemas.microsoft.com/office/drawing/2014/main" id="{8EE10635-A8A1-31FC-B8FB-B709F786B9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1027" y="3004147"/>
            <a:ext cx="481251" cy="481251"/>
          </a:xfrm>
          <a:prstGeom prst="rect">
            <a:avLst/>
          </a:prstGeom>
        </p:spPr>
      </p:pic>
      <p:pic>
        <p:nvPicPr>
          <p:cNvPr id="148" name="Picture 2" descr="bucket Icon - Free PNG &amp; SVG 394460 - Noun Project">
            <a:extLst>
              <a:ext uri="{FF2B5EF4-FFF2-40B4-BE49-F238E27FC236}">
                <a16:creationId xmlns:a16="http://schemas.microsoft.com/office/drawing/2014/main" id="{59549BAD-EAB2-FB1C-BC65-6D6D262959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97287" y="3260053"/>
            <a:ext cx="198421" cy="198421"/>
          </a:xfrm>
          <a:prstGeom prst="rect">
            <a:avLst/>
          </a:prstGeom>
          <a:solidFill>
            <a:schemeClr val="bg1"/>
          </a:solidFill>
        </p:spPr>
      </p:pic>
      <p:cxnSp>
        <p:nvCxnSpPr>
          <p:cNvPr id="149" name="Straight Arrow Connector 47">
            <a:extLst>
              <a:ext uri="{FF2B5EF4-FFF2-40B4-BE49-F238E27FC236}">
                <a16:creationId xmlns:a16="http://schemas.microsoft.com/office/drawing/2014/main" id="{B609AFB6-A1F0-6A71-F044-5E436F24EBFD}"/>
              </a:ext>
            </a:extLst>
          </p:cNvPr>
          <p:cNvCxnSpPr>
            <a:cxnSpLocks/>
            <a:stCxn id="146" idx="3"/>
            <a:endCxn id="147" idx="1"/>
          </p:cNvCxnSpPr>
          <p:nvPr/>
        </p:nvCxnSpPr>
        <p:spPr>
          <a:xfrm flipV="1">
            <a:off x="11014097" y="3244771"/>
            <a:ext cx="416928" cy="2652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47">
            <a:extLst>
              <a:ext uri="{FF2B5EF4-FFF2-40B4-BE49-F238E27FC236}">
                <a16:creationId xmlns:a16="http://schemas.microsoft.com/office/drawing/2014/main" id="{AB9938AF-C7EE-FCC7-4708-71809ECEB933}"/>
              </a:ext>
            </a:extLst>
          </p:cNvPr>
          <p:cNvCxnSpPr>
            <a:cxnSpLocks/>
            <a:stCxn id="40" idx="1"/>
            <a:endCxn id="146" idx="1"/>
          </p:cNvCxnSpPr>
          <p:nvPr/>
        </p:nvCxnSpPr>
        <p:spPr>
          <a:xfrm flipV="1">
            <a:off x="3004443" y="3247425"/>
            <a:ext cx="7350576" cy="675571"/>
          </a:xfrm>
          <a:prstGeom prst="curvedConnector3">
            <a:avLst>
              <a:gd name="adj1" fmla="val 4844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80736974-5FE1-0B60-A5BC-BEA488F919B5}"/>
              </a:ext>
            </a:extLst>
          </p:cNvPr>
          <p:cNvSpPr txBox="1"/>
          <p:nvPr/>
        </p:nvSpPr>
        <p:spPr>
          <a:xfrm>
            <a:off x="11365583" y="2935070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raw_transaction_t</a:t>
            </a:r>
            <a:endParaRPr lang="de-DE" sz="700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94FA435F-1F8B-488D-7272-ECA552DC3411}"/>
              </a:ext>
            </a:extLst>
          </p:cNvPr>
          <p:cNvSpPr txBox="1"/>
          <p:nvPr/>
        </p:nvSpPr>
        <p:spPr>
          <a:xfrm>
            <a:off x="11240374" y="3607852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raw_transaction_flagged_t</a:t>
            </a:r>
            <a:endParaRPr lang="de-DE" sz="700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57094D71-D474-35A0-3CEC-E9B9B3EA0B20}"/>
              </a:ext>
            </a:extLst>
          </p:cNvPr>
          <p:cNvSpPr txBox="1"/>
          <p:nvPr/>
        </p:nvSpPr>
        <p:spPr>
          <a:xfrm>
            <a:off x="11269575" y="1213562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raw_cardholder_t</a:t>
            </a:r>
            <a:endParaRPr lang="de-DE" sz="70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ADD7A7EC-294A-D901-6B89-06A0802F2D01}"/>
              </a:ext>
            </a:extLst>
          </p:cNvPr>
          <p:cNvSpPr txBox="1"/>
          <p:nvPr/>
        </p:nvSpPr>
        <p:spPr>
          <a:xfrm>
            <a:off x="13990362" y="656407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cur_person_t</a:t>
            </a:r>
            <a:endParaRPr lang="de-DE" sz="700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4A4087B3-869A-D63F-9C51-3B5095E8F9D0}"/>
              </a:ext>
            </a:extLst>
          </p:cNvPr>
          <p:cNvSpPr txBox="1"/>
          <p:nvPr/>
        </p:nvSpPr>
        <p:spPr>
          <a:xfrm>
            <a:off x="13973321" y="1232932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cur_address_t</a:t>
            </a:r>
            <a:endParaRPr lang="de-DE" sz="700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295BE86C-C418-081F-C8D9-E32169C19734}"/>
              </a:ext>
            </a:extLst>
          </p:cNvPr>
          <p:cNvSpPr txBox="1"/>
          <p:nvPr/>
        </p:nvSpPr>
        <p:spPr>
          <a:xfrm>
            <a:off x="13960792" y="1824331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cur_card_t</a:t>
            </a:r>
            <a:endParaRPr lang="de-DE" sz="700" dirty="0"/>
          </a:p>
        </p:txBody>
      </p:sp>
      <p:cxnSp>
        <p:nvCxnSpPr>
          <p:cNvPr id="161" name="Straight Arrow Connector 47">
            <a:extLst>
              <a:ext uri="{FF2B5EF4-FFF2-40B4-BE49-F238E27FC236}">
                <a16:creationId xmlns:a16="http://schemas.microsoft.com/office/drawing/2014/main" id="{B91AA7E6-5D6A-83FD-575F-8602468A4ED4}"/>
              </a:ext>
            </a:extLst>
          </p:cNvPr>
          <p:cNvCxnSpPr>
            <a:cxnSpLocks/>
            <a:stCxn id="127" idx="3"/>
            <a:endCxn id="128" idx="1"/>
          </p:cNvCxnSpPr>
          <p:nvPr/>
        </p:nvCxnSpPr>
        <p:spPr>
          <a:xfrm flipV="1">
            <a:off x="13378550" y="951805"/>
            <a:ext cx="611812" cy="575216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47">
            <a:extLst>
              <a:ext uri="{FF2B5EF4-FFF2-40B4-BE49-F238E27FC236}">
                <a16:creationId xmlns:a16="http://schemas.microsoft.com/office/drawing/2014/main" id="{F9322FC9-6144-DF39-F993-9D758FB87BF5}"/>
              </a:ext>
            </a:extLst>
          </p:cNvPr>
          <p:cNvCxnSpPr>
            <a:cxnSpLocks/>
            <a:stCxn id="127" idx="3"/>
            <a:endCxn id="130" idx="1"/>
          </p:cNvCxnSpPr>
          <p:nvPr/>
        </p:nvCxnSpPr>
        <p:spPr>
          <a:xfrm>
            <a:off x="13378552" y="1527023"/>
            <a:ext cx="611811" cy="3423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47">
            <a:extLst>
              <a:ext uri="{FF2B5EF4-FFF2-40B4-BE49-F238E27FC236}">
                <a16:creationId xmlns:a16="http://schemas.microsoft.com/office/drawing/2014/main" id="{3C100E37-84D4-1A2B-614A-50E1327D689E}"/>
              </a:ext>
            </a:extLst>
          </p:cNvPr>
          <p:cNvCxnSpPr>
            <a:cxnSpLocks/>
            <a:stCxn id="127" idx="3"/>
          </p:cNvCxnSpPr>
          <p:nvPr/>
        </p:nvCxnSpPr>
        <p:spPr>
          <a:xfrm>
            <a:off x="13378552" y="1527023"/>
            <a:ext cx="611811" cy="586367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0" name="Graphic 169" descr="Table outline">
            <a:extLst>
              <a:ext uri="{FF2B5EF4-FFF2-40B4-BE49-F238E27FC236}">
                <a16:creationId xmlns:a16="http://schemas.microsoft.com/office/drawing/2014/main" id="{8B18E059-E208-7C31-208F-A71FB7E3E2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92164" y="4735655"/>
            <a:ext cx="481251" cy="481251"/>
          </a:xfrm>
          <a:prstGeom prst="rect">
            <a:avLst/>
          </a:prstGeom>
        </p:spPr>
      </p:pic>
      <p:pic>
        <p:nvPicPr>
          <p:cNvPr id="171" name="Picture 2" descr="bucket Icon - Free PNG &amp; SVG 394460 - Noun Project">
            <a:extLst>
              <a:ext uri="{FF2B5EF4-FFF2-40B4-BE49-F238E27FC236}">
                <a16:creationId xmlns:a16="http://schemas.microsoft.com/office/drawing/2014/main" id="{634862D5-D282-966B-2D23-1347F27D69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63429" y="5013868"/>
            <a:ext cx="198421" cy="198421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72" name="Rounded Rectangle 171">
            <a:extLst>
              <a:ext uri="{FF2B5EF4-FFF2-40B4-BE49-F238E27FC236}">
                <a16:creationId xmlns:a16="http://schemas.microsoft.com/office/drawing/2014/main" id="{EA4A8589-632D-084B-664B-3A85156269F4}"/>
              </a:ext>
            </a:extLst>
          </p:cNvPr>
          <p:cNvSpPr/>
          <p:nvPr/>
        </p:nvSpPr>
        <p:spPr>
          <a:xfrm>
            <a:off x="10392101" y="4874903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Iceberg Sink</a:t>
            </a:r>
          </a:p>
        </p:txBody>
      </p:sp>
      <p:cxnSp>
        <p:nvCxnSpPr>
          <p:cNvPr id="173" name="Straight Arrow Connector 47">
            <a:extLst>
              <a:ext uri="{FF2B5EF4-FFF2-40B4-BE49-F238E27FC236}">
                <a16:creationId xmlns:a16="http://schemas.microsoft.com/office/drawing/2014/main" id="{5E95E87A-C016-C64D-A1F4-CD2A84C18431}"/>
              </a:ext>
            </a:extLst>
          </p:cNvPr>
          <p:cNvCxnSpPr>
            <a:cxnSpLocks/>
            <a:stCxn id="70" idx="1"/>
            <a:endCxn id="172" idx="1"/>
          </p:cNvCxnSpPr>
          <p:nvPr/>
        </p:nvCxnSpPr>
        <p:spPr>
          <a:xfrm flipV="1">
            <a:off x="5116128" y="4977978"/>
            <a:ext cx="5275973" cy="9997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47">
            <a:extLst>
              <a:ext uri="{FF2B5EF4-FFF2-40B4-BE49-F238E27FC236}">
                <a16:creationId xmlns:a16="http://schemas.microsoft.com/office/drawing/2014/main" id="{986D94C1-BB39-5876-726E-F9B050A3CBD0}"/>
              </a:ext>
            </a:extLst>
          </p:cNvPr>
          <p:cNvCxnSpPr>
            <a:cxnSpLocks/>
            <a:stCxn id="172" idx="3"/>
            <a:endCxn id="170" idx="1"/>
          </p:cNvCxnSpPr>
          <p:nvPr/>
        </p:nvCxnSpPr>
        <p:spPr>
          <a:xfrm flipV="1">
            <a:off x="11051179" y="4976281"/>
            <a:ext cx="340985" cy="1697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66898968-926B-01B0-5F2E-49D929692280}"/>
              </a:ext>
            </a:extLst>
          </p:cNvPr>
          <p:cNvSpPr txBox="1"/>
          <p:nvPr/>
        </p:nvSpPr>
        <p:spPr>
          <a:xfrm>
            <a:off x="11250704" y="4703737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raw_merchant_ts</a:t>
            </a:r>
            <a:endParaRPr lang="de-DE" sz="700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8CD28B5B-2AD5-1712-0479-4593A61B5144}"/>
              </a:ext>
            </a:extLst>
          </p:cNvPr>
          <p:cNvSpPr txBox="1"/>
          <p:nvPr/>
        </p:nvSpPr>
        <p:spPr>
          <a:xfrm>
            <a:off x="13855107" y="2927231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cur_transaction_with_merchant_t</a:t>
            </a:r>
            <a:endParaRPr lang="de-DE" sz="700" dirty="0"/>
          </a:p>
        </p:txBody>
      </p:sp>
      <p:cxnSp>
        <p:nvCxnSpPr>
          <p:cNvPr id="185" name="Straight Arrow Connector 47">
            <a:extLst>
              <a:ext uri="{FF2B5EF4-FFF2-40B4-BE49-F238E27FC236}">
                <a16:creationId xmlns:a16="http://schemas.microsoft.com/office/drawing/2014/main" id="{F55418AB-2B15-EFE6-8F16-2D3DBE0319EF}"/>
              </a:ext>
            </a:extLst>
          </p:cNvPr>
          <p:cNvCxnSpPr>
            <a:cxnSpLocks/>
            <a:endCxn id="186" idx="1"/>
          </p:cNvCxnSpPr>
          <p:nvPr/>
        </p:nvCxnSpPr>
        <p:spPr>
          <a:xfrm>
            <a:off x="11933289" y="3239529"/>
            <a:ext cx="781488" cy="6122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>
            <a:extLst>
              <a:ext uri="{FF2B5EF4-FFF2-40B4-BE49-F238E27FC236}">
                <a16:creationId xmlns:a16="http://schemas.microsoft.com/office/drawing/2014/main" id="{39FA3964-0B6A-6660-7DFD-6085B94BCB91}"/>
              </a:ext>
            </a:extLst>
          </p:cNvPr>
          <p:cNvSpPr/>
          <p:nvPr/>
        </p:nvSpPr>
        <p:spPr>
          <a:xfrm>
            <a:off x="12714777" y="3142576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Enricher</a:t>
            </a:r>
          </a:p>
        </p:txBody>
      </p:sp>
      <p:cxnSp>
        <p:nvCxnSpPr>
          <p:cNvPr id="188" name="Straight Arrow Connector 47">
            <a:extLst>
              <a:ext uri="{FF2B5EF4-FFF2-40B4-BE49-F238E27FC236}">
                <a16:creationId xmlns:a16="http://schemas.microsoft.com/office/drawing/2014/main" id="{312CBB0E-3851-77C2-3135-C60966BC4476}"/>
              </a:ext>
            </a:extLst>
          </p:cNvPr>
          <p:cNvCxnSpPr>
            <a:cxnSpLocks/>
            <a:stCxn id="186" idx="3"/>
            <a:endCxn id="131" idx="1"/>
          </p:cNvCxnSpPr>
          <p:nvPr/>
        </p:nvCxnSpPr>
        <p:spPr>
          <a:xfrm>
            <a:off x="13373857" y="3245653"/>
            <a:ext cx="833277" cy="2045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Arrow Connector 47">
            <a:extLst>
              <a:ext uri="{FF2B5EF4-FFF2-40B4-BE49-F238E27FC236}">
                <a16:creationId xmlns:a16="http://schemas.microsoft.com/office/drawing/2014/main" id="{E0FA4B54-22F9-75DA-34E8-235CFF928952}"/>
              </a:ext>
            </a:extLst>
          </p:cNvPr>
          <p:cNvCxnSpPr>
            <a:cxnSpLocks/>
            <a:stCxn id="170" idx="3"/>
            <a:endCxn id="186" idx="1"/>
          </p:cNvCxnSpPr>
          <p:nvPr/>
        </p:nvCxnSpPr>
        <p:spPr>
          <a:xfrm flipV="1">
            <a:off x="11873415" y="3245651"/>
            <a:ext cx="841362" cy="1730630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0" name="Rounded Rectangle 1029">
            <a:extLst>
              <a:ext uri="{FF2B5EF4-FFF2-40B4-BE49-F238E27FC236}">
                <a16:creationId xmlns:a16="http://schemas.microsoft.com/office/drawing/2014/main" id="{3C2726B0-4F0E-7ACF-CE17-87463C371A91}"/>
              </a:ext>
            </a:extLst>
          </p:cNvPr>
          <p:cNvSpPr/>
          <p:nvPr/>
        </p:nvSpPr>
        <p:spPr>
          <a:xfrm>
            <a:off x="15548404" y="3144620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Enricher</a:t>
            </a:r>
          </a:p>
        </p:txBody>
      </p:sp>
      <p:cxnSp>
        <p:nvCxnSpPr>
          <p:cNvPr id="1031" name="Straight Arrow Connector 47">
            <a:extLst>
              <a:ext uri="{FF2B5EF4-FFF2-40B4-BE49-F238E27FC236}">
                <a16:creationId xmlns:a16="http://schemas.microsoft.com/office/drawing/2014/main" id="{26118814-3D58-A812-1B02-F891C3E196F5}"/>
              </a:ext>
            </a:extLst>
          </p:cNvPr>
          <p:cNvCxnSpPr>
            <a:cxnSpLocks/>
            <a:stCxn id="131" idx="3"/>
            <a:endCxn id="1030" idx="1"/>
          </p:cNvCxnSpPr>
          <p:nvPr/>
        </p:nvCxnSpPr>
        <p:spPr>
          <a:xfrm flipV="1">
            <a:off x="14688385" y="3247697"/>
            <a:ext cx="860021" cy="1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Straight Arrow Connector 47">
            <a:extLst>
              <a:ext uri="{FF2B5EF4-FFF2-40B4-BE49-F238E27FC236}">
                <a16:creationId xmlns:a16="http://schemas.microsoft.com/office/drawing/2014/main" id="{0AF059DF-6571-AE66-7B6A-2769A95D9785}"/>
              </a:ext>
            </a:extLst>
          </p:cNvPr>
          <p:cNvCxnSpPr>
            <a:cxnSpLocks/>
            <a:stCxn id="128" idx="3"/>
            <a:endCxn id="1030" idx="1"/>
          </p:cNvCxnSpPr>
          <p:nvPr/>
        </p:nvCxnSpPr>
        <p:spPr>
          <a:xfrm>
            <a:off x="14471615" y="951805"/>
            <a:ext cx="1076791" cy="2295890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7" name="Graphic 1036" descr="Table outline">
            <a:extLst>
              <a:ext uri="{FF2B5EF4-FFF2-40B4-BE49-F238E27FC236}">
                <a16:creationId xmlns:a16="http://schemas.microsoft.com/office/drawing/2014/main" id="{296A9A64-5926-784C-600D-809A9788BF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5641" y="3009166"/>
            <a:ext cx="481251" cy="481251"/>
          </a:xfrm>
          <a:prstGeom prst="rect">
            <a:avLst/>
          </a:prstGeom>
        </p:spPr>
      </p:pic>
      <p:pic>
        <p:nvPicPr>
          <p:cNvPr id="1038" name="Picture 2" descr="bucket Icon - Free PNG &amp; SVG 394460 - Noun Project">
            <a:extLst>
              <a:ext uri="{FF2B5EF4-FFF2-40B4-BE49-F238E27FC236}">
                <a16:creationId xmlns:a16="http://schemas.microsoft.com/office/drawing/2014/main" id="{0DDC7033-B163-8BC8-6586-F5E51B0A46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86906" y="3287379"/>
            <a:ext cx="198421" cy="198421"/>
          </a:xfrm>
          <a:prstGeom prst="rect">
            <a:avLst/>
          </a:prstGeom>
          <a:solidFill>
            <a:schemeClr val="bg1"/>
          </a:solidFill>
        </p:spPr>
      </p:pic>
      <p:cxnSp>
        <p:nvCxnSpPr>
          <p:cNvPr id="1039" name="Straight Arrow Connector 47">
            <a:extLst>
              <a:ext uri="{FF2B5EF4-FFF2-40B4-BE49-F238E27FC236}">
                <a16:creationId xmlns:a16="http://schemas.microsoft.com/office/drawing/2014/main" id="{31B5550A-5B66-4AE1-78C7-D56896157FFD}"/>
              </a:ext>
            </a:extLst>
          </p:cNvPr>
          <p:cNvCxnSpPr>
            <a:cxnSpLocks/>
            <a:stCxn id="1030" idx="3"/>
            <a:endCxn id="1037" idx="1"/>
          </p:cNvCxnSpPr>
          <p:nvPr/>
        </p:nvCxnSpPr>
        <p:spPr>
          <a:xfrm>
            <a:off x="16207484" y="3247697"/>
            <a:ext cx="408157" cy="2095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9" name="Rounded Rectangle 1098">
            <a:extLst>
              <a:ext uri="{FF2B5EF4-FFF2-40B4-BE49-F238E27FC236}">
                <a16:creationId xmlns:a16="http://schemas.microsoft.com/office/drawing/2014/main" id="{3645188D-9692-7641-AD93-5897492D023D}"/>
              </a:ext>
            </a:extLst>
          </p:cNvPr>
          <p:cNvSpPr/>
          <p:nvPr/>
        </p:nvSpPr>
        <p:spPr>
          <a:xfrm>
            <a:off x="1810646" y="2744474"/>
            <a:ext cx="15774704" cy="1549323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0" name="Rounded Rectangle 1099">
            <a:extLst>
              <a:ext uri="{FF2B5EF4-FFF2-40B4-BE49-F238E27FC236}">
                <a16:creationId xmlns:a16="http://schemas.microsoft.com/office/drawing/2014/main" id="{E71F5534-BA0C-477B-2CB2-0DA8FD89E141}"/>
              </a:ext>
            </a:extLst>
          </p:cNvPr>
          <p:cNvSpPr/>
          <p:nvPr/>
        </p:nvSpPr>
        <p:spPr>
          <a:xfrm>
            <a:off x="2084390" y="2645128"/>
            <a:ext cx="983419" cy="187561"/>
          </a:xfrm>
          <a:prstGeom prst="roundRect">
            <a:avLst/>
          </a:prstGeom>
          <a:solidFill>
            <a:srgbClr val="EB5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800" b="1" dirty="0">
                <a:solidFill>
                  <a:schemeClr val="bg1"/>
                </a:solidFill>
              </a:rPr>
              <a:t>Payment</a:t>
            </a:r>
          </a:p>
        </p:txBody>
      </p:sp>
      <p:sp>
        <p:nvSpPr>
          <p:cNvPr id="1101" name="Rounded Rectangle 1100">
            <a:extLst>
              <a:ext uri="{FF2B5EF4-FFF2-40B4-BE49-F238E27FC236}">
                <a16:creationId xmlns:a16="http://schemas.microsoft.com/office/drawing/2014/main" id="{254658ED-8B09-0EC7-D836-F4DC19735C25}"/>
              </a:ext>
            </a:extLst>
          </p:cNvPr>
          <p:cNvSpPr/>
          <p:nvPr/>
        </p:nvSpPr>
        <p:spPr>
          <a:xfrm>
            <a:off x="1810646" y="4650505"/>
            <a:ext cx="10872586" cy="1017135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2" name="Rounded Rectangle 1101">
            <a:extLst>
              <a:ext uri="{FF2B5EF4-FFF2-40B4-BE49-F238E27FC236}">
                <a16:creationId xmlns:a16="http://schemas.microsoft.com/office/drawing/2014/main" id="{284EE469-83A5-67BF-3F89-4EDC5FD962C6}"/>
              </a:ext>
            </a:extLst>
          </p:cNvPr>
          <p:cNvSpPr/>
          <p:nvPr/>
        </p:nvSpPr>
        <p:spPr>
          <a:xfrm>
            <a:off x="2121472" y="4540821"/>
            <a:ext cx="983419" cy="187561"/>
          </a:xfrm>
          <a:prstGeom prst="roundRect">
            <a:avLst/>
          </a:prstGeom>
          <a:solidFill>
            <a:srgbClr val="EB5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800" b="1" dirty="0">
                <a:solidFill>
                  <a:schemeClr val="bg1"/>
                </a:solidFill>
              </a:rPr>
              <a:t>Reference Data</a:t>
            </a:r>
          </a:p>
        </p:txBody>
      </p:sp>
      <p:pic>
        <p:nvPicPr>
          <p:cNvPr id="1109" name="Graphic 1108" descr="Table outline">
            <a:extLst>
              <a:ext uri="{FF2B5EF4-FFF2-40B4-BE49-F238E27FC236}">
                <a16:creationId xmlns:a16="http://schemas.microsoft.com/office/drawing/2014/main" id="{8EEC8C6C-57BF-99E9-EFC5-3B0E56D351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96647" y="2052787"/>
            <a:ext cx="368444" cy="368444"/>
          </a:xfrm>
          <a:prstGeom prst="rect">
            <a:avLst/>
          </a:prstGeom>
        </p:spPr>
      </p:pic>
      <p:pic>
        <p:nvPicPr>
          <p:cNvPr id="1110" name="Graphic 1109" descr="Table outline">
            <a:extLst>
              <a:ext uri="{FF2B5EF4-FFF2-40B4-BE49-F238E27FC236}">
                <a16:creationId xmlns:a16="http://schemas.microsoft.com/office/drawing/2014/main" id="{3D9C4D69-E18C-32F7-A6A4-8D8CE9DF56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436332" y="2052787"/>
            <a:ext cx="368444" cy="368444"/>
          </a:xfrm>
          <a:prstGeom prst="rect">
            <a:avLst/>
          </a:prstGeom>
        </p:spPr>
      </p:pic>
      <p:pic>
        <p:nvPicPr>
          <p:cNvPr id="1112" name="Graphic 1111" descr="Table outline">
            <a:extLst>
              <a:ext uri="{FF2B5EF4-FFF2-40B4-BE49-F238E27FC236}">
                <a16:creationId xmlns:a16="http://schemas.microsoft.com/office/drawing/2014/main" id="{A5EA3D44-EB91-D816-ED81-A2400CC32E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83208" y="2052787"/>
            <a:ext cx="368444" cy="368444"/>
          </a:xfrm>
          <a:prstGeom prst="rect">
            <a:avLst/>
          </a:prstGeom>
        </p:spPr>
      </p:pic>
      <p:pic>
        <p:nvPicPr>
          <p:cNvPr id="1113" name="Graphic 1112" descr="Table outline">
            <a:extLst>
              <a:ext uri="{FF2B5EF4-FFF2-40B4-BE49-F238E27FC236}">
                <a16:creationId xmlns:a16="http://schemas.microsoft.com/office/drawing/2014/main" id="{3330B5E5-CE0C-2727-6DD9-F8D0719A71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32922" y="2052787"/>
            <a:ext cx="368444" cy="368444"/>
          </a:xfrm>
          <a:prstGeom prst="rect">
            <a:avLst/>
          </a:prstGeom>
        </p:spPr>
      </p:pic>
      <p:sp>
        <p:nvSpPr>
          <p:cNvPr id="1114" name="TextBox 1113">
            <a:extLst>
              <a:ext uri="{FF2B5EF4-FFF2-40B4-BE49-F238E27FC236}">
                <a16:creationId xmlns:a16="http://schemas.microsoft.com/office/drawing/2014/main" id="{AAA09D3E-4B16-3DAE-643A-2D2C04EB5449}"/>
              </a:ext>
            </a:extLst>
          </p:cNvPr>
          <p:cNvSpPr txBox="1"/>
          <p:nvPr/>
        </p:nvSpPr>
        <p:spPr>
          <a:xfrm>
            <a:off x="2149677" y="1997311"/>
            <a:ext cx="337852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person</a:t>
            </a:r>
            <a:endParaRPr lang="de-DE" sz="700" dirty="0"/>
          </a:p>
        </p:txBody>
      </p:sp>
      <p:sp>
        <p:nvSpPr>
          <p:cNvPr id="1115" name="TextBox 1114">
            <a:extLst>
              <a:ext uri="{FF2B5EF4-FFF2-40B4-BE49-F238E27FC236}">
                <a16:creationId xmlns:a16="http://schemas.microsoft.com/office/drawing/2014/main" id="{961BFFFA-C2D4-FE6C-1E04-28221AE4DCDE}"/>
              </a:ext>
            </a:extLst>
          </p:cNvPr>
          <p:cNvSpPr txBox="1"/>
          <p:nvPr/>
        </p:nvSpPr>
        <p:spPr>
          <a:xfrm>
            <a:off x="2474996" y="2004300"/>
            <a:ext cx="337852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address</a:t>
            </a:r>
            <a:endParaRPr lang="de-DE" sz="700" dirty="0"/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0941FCB0-C3A6-70F5-955B-7A52BCC0DEB0}"/>
              </a:ext>
            </a:extLst>
          </p:cNvPr>
          <p:cNvSpPr txBox="1"/>
          <p:nvPr/>
        </p:nvSpPr>
        <p:spPr>
          <a:xfrm>
            <a:off x="2822792" y="2004861"/>
            <a:ext cx="337852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country</a:t>
            </a:r>
            <a:endParaRPr lang="de-DE" sz="700" dirty="0"/>
          </a:p>
        </p:txBody>
      </p:sp>
      <p:sp>
        <p:nvSpPr>
          <p:cNvPr id="1117" name="TextBox 1116">
            <a:extLst>
              <a:ext uri="{FF2B5EF4-FFF2-40B4-BE49-F238E27FC236}">
                <a16:creationId xmlns:a16="http://schemas.microsoft.com/office/drawing/2014/main" id="{DF465787-74EF-5D7F-97CA-C86C5D192C6C}"/>
              </a:ext>
            </a:extLst>
          </p:cNvPr>
          <p:cNvSpPr txBox="1"/>
          <p:nvPr/>
        </p:nvSpPr>
        <p:spPr>
          <a:xfrm>
            <a:off x="3208570" y="1998800"/>
            <a:ext cx="337852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card</a:t>
            </a:r>
            <a:endParaRPr lang="de-DE" sz="700" dirty="0"/>
          </a:p>
        </p:txBody>
      </p:sp>
      <p:sp>
        <p:nvSpPr>
          <p:cNvPr id="1167" name="TextBox 1166">
            <a:extLst>
              <a:ext uri="{FF2B5EF4-FFF2-40B4-BE49-F238E27FC236}">
                <a16:creationId xmlns:a16="http://schemas.microsoft.com/office/drawing/2014/main" id="{C785EC6A-D258-6268-A1F9-C35F7479E13D}"/>
              </a:ext>
            </a:extLst>
          </p:cNvPr>
          <p:cNvSpPr txBox="1"/>
          <p:nvPr/>
        </p:nvSpPr>
        <p:spPr>
          <a:xfrm>
            <a:off x="13675750" y="5308367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2" name="Can 1">
            <a:extLst>
              <a:ext uri="{FF2B5EF4-FFF2-40B4-BE49-F238E27FC236}">
                <a16:creationId xmlns:a16="http://schemas.microsoft.com/office/drawing/2014/main" id="{9AD183CD-9C2F-04A4-598D-5A89424BEABA}"/>
              </a:ext>
            </a:extLst>
          </p:cNvPr>
          <p:cNvSpPr/>
          <p:nvPr/>
        </p:nvSpPr>
        <p:spPr>
          <a:xfrm>
            <a:off x="2209975" y="4863450"/>
            <a:ext cx="676093" cy="253790"/>
          </a:xfrm>
          <a:prstGeom prst="ca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r>
              <a:rPr lang="en-GB" sz="700" b="1" dirty="0"/>
              <a:t>RDBMS</a:t>
            </a:r>
            <a:endParaRPr lang="en-GB" sz="800" b="1" dirty="0"/>
          </a:p>
        </p:txBody>
      </p:sp>
      <p:pic>
        <p:nvPicPr>
          <p:cNvPr id="10" name="Graphic 9" descr="Table outline">
            <a:extLst>
              <a:ext uri="{FF2B5EF4-FFF2-40B4-BE49-F238E27FC236}">
                <a16:creationId xmlns:a16="http://schemas.microsoft.com/office/drawing/2014/main" id="{52E05881-CBAE-6AC2-5430-EC87EE5B57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58053" y="5176245"/>
            <a:ext cx="334949" cy="33494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ED0EFBC-1C39-56C0-BEE5-DB4457616946}"/>
              </a:ext>
            </a:extLst>
          </p:cNvPr>
          <p:cNvSpPr txBox="1"/>
          <p:nvPr/>
        </p:nvSpPr>
        <p:spPr>
          <a:xfrm>
            <a:off x="2368948" y="5122860"/>
            <a:ext cx="337852" cy="1791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merchant</a:t>
            </a:r>
            <a:endParaRPr lang="de-DE" sz="700" dirty="0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F2F482E-EFC9-9CA2-4EFA-DD95A72E1522}"/>
              </a:ext>
            </a:extLst>
          </p:cNvPr>
          <p:cNvSpPr/>
          <p:nvPr/>
        </p:nvSpPr>
        <p:spPr>
          <a:xfrm>
            <a:off x="3196847" y="4885214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CDC</a:t>
            </a:r>
          </a:p>
        </p:txBody>
      </p:sp>
      <p:cxnSp>
        <p:nvCxnSpPr>
          <p:cNvPr id="29" name="Straight Arrow Connector 47">
            <a:extLst>
              <a:ext uri="{FF2B5EF4-FFF2-40B4-BE49-F238E27FC236}">
                <a16:creationId xmlns:a16="http://schemas.microsoft.com/office/drawing/2014/main" id="{4E4BB77A-8075-0F5A-115D-D90DD6AE26DE}"/>
              </a:ext>
            </a:extLst>
          </p:cNvPr>
          <p:cNvCxnSpPr>
            <a:cxnSpLocks/>
            <a:stCxn id="2" idx="4"/>
            <a:endCxn id="24" idx="1"/>
          </p:cNvCxnSpPr>
          <p:nvPr/>
        </p:nvCxnSpPr>
        <p:spPr>
          <a:xfrm flipV="1">
            <a:off x="2886068" y="4988289"/>
            <a:ext cx="310779" cy="2056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47">
            <a:extLst>
              <a:ext uri="{FF2B5EF4-FFF2-40B4-BE49-F238E27FC236}">
                <a16:creationId xmlns:a16="http://schemas.microsoft.com/office/drawing/2014/main" id="{13B0A16B-B262-AA8E-4E2B-FD6F03477633}"/>
              </a:ext>
            </a:extLst>
          </p:cNvPr>
          <p:cNvCxnSpPr>
            <a:cxnSpLocks/>
            <a:stCxn id="24" idx="3"/>
            <a:endCxn id="70" idx="3"/>
          </p:cNvCxnSpPr>
          <p:nvPr/>
        </p:nvCxnSpPr>
        <p:spPr>
          <a:xfrm flipV="1">
            <a:off x="3855925" y="4987975"/>
            <a:ext cx="344870" cy="314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47">
            <a:extLst>
              <a:ext uri="{FF2B5EF4-FFF2-40B4-BE49-F238E27FC236}">
                <a16:creationId xmlns:a16="http://schemas.microsoft.com/office/drawing/2014/main" id="{A7892B74-E4D1-57AD-47D2-E32A3D4E5CC7}"/>
              </a:ext>
            </a:extLst>
          </p:cNvPr>
          <p:cNvCxnSpPr>
            <a:cxnSpLocks/>
            <a:stCxn id="8" idx="1"/>
            <a:endCxn id="68" idx="1"/>
          </p:cNvCxnSpPr>
          <p:nvPr/>
        </p:nvCxnSpPr>
        <p:spPr>
          <a:xfrm>
            <a:off x="4378923" y="1548934"/>
            <a:ext cx="1385736" cy="2379367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063888F-7931-7446-7A88-9CBFFF4A6CDA}"/>
              </a:ext>
            </a:extLst>
          </p:cNvPr>
          <p:cNvSpPr/>
          <p:nvPr/>
        </p:nvSpPr>
        <p:spPr>
          <a:xfrm>
            <a:off x="8010072" y="3822560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700" b="1" dirty="0"/>
              <a:t>Fraud</a:t>
            </a:r>
          </a:p>
          <a:p>
            <a:pPr algn="ctr"/>
            <a:r>
              <a:rPr lang="en-US" sz="700" b="1" dirty="0"/>
              <a:t>Pattern Detect</a:t>
            </a:r>
          </a:p>
        </p:txBody>
      </p:sp>
      <p:sp>
        <p:nvSpPr>
          <p:cNvPr id="17" name="Can 16">
            <a:extLst>
              <a:ext uri="{FF2B5EF4-FFF2-40B4-BE49-F238E27FC236}">
                <a16:creationId xmlns:a16="http://schemas.microsoft.com/office/drawing/2014/main" id="{C164E90B-16BE-16E7-2B6A-959E072B5A9E}"/>
              </a:ext>
            </a:extLst>
          </p:cNvPr>
          <p:cNvSpPr/>
          <p:nvPr/>
        </p:nvSpPr>
        <p:spPr>
          <a:xfrm rot="5400000">
            <a:off x="9373749" y="3465329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5A00D2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234B6402-E815-FC4C-C6C7-17B3F16AAD1A}"/>
              </a:ext>
            </a:extLst>
          </p:cNvPr>
          <p:cNvSpPr/>
          <p:nvPr/>
        </p:nvSpPr>
        <p:spPr>
          <a:xfrm>
            <a:off x="9204896" y="3835785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9C0E33A-1522-3F8E-F3F2-8709CB202971}"/>
              </a:ext>
            </a:extLst>
          </p:cNvPr>
          <p:cNvSpPr/>
          <p:nvPr/>
        </p:nvSpPr>
        <p:spPr>
          <a:xfrm>
            <a:off x="9462392" y="3835785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DD7BBDA-5BB7-751C-94CF-B3DD4DAA7023}"/>
              </a:ext>
            </a:extLst>
          </p:cNvPr>
          <p:cNvSpPr txBox="1"/>
          <p:nvPr/>
        </p:nvSpPr>
        <p:spPr>
          <a:xfrm>
            <a:off x="10085423" y="407242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cxnSp>
        <p:nvCxnSpPr>
          <p:cNvPr id="26" name="Straight Arrow Connector 47">
            <a:extLst>
              <a:ext uri="{FF2B5EF4-FFF2-40B4-BE49-F238E27FC236}">
                <a16:creationId xmlns:a16="http://schemas.microsoft.com/office/drawing/2014/main" id="{8BA9E83C-E0C5-5C3B-75C3-A6243D2D42F1}"/>
              </a:ext>
            </a:extLst>
          </p:cNvPr>
          <p:cNvCxnSpPr>
            <a:cxnSpLocks/>
            <a:endCxn id="17" idx="3"/>
          </p:cNvCxnSpPr>
          <p:nvPr/>
        </p:nvCxnSpPr>
        <p:spPr>
          <a:xfrm flipV="1">
            <a:off x="8679542" y="3922996"/>
            <a:ext cx="391875" cy="29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47">
            <a:extLst>
              <a:ext uri="{FF2B5EF4-FFF2-40B4-BE49-F238E27FC236}">
                <a16:creationId xmlns:a16="http://schemas.microsoft.com/office/drawing/2014/main" id="{6D04FB08-0BCC-50A2-3498-19243B484E11}"/>
              </a:ext>
            </a:extLst>
          </p:cNvPr>
          <p:cNvCxnSpPr>
            <a:cxnSpLocks/>
            <a:stCxn id="17" idx="1"/>
            <a:endCxn id="112" idx="1"/>
          </p:cNvCxnSpPr>
          <p:nvPr/>
        </p:nvCxnSpPr>
        <p:spPr>
          <a:xfrm>
            <a:off x="9986750" y="3922996"/>
            <a:ext cx="368269" cy="4801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D9576FA-1476-89B8-DC18-0F731C52A11B}"/>
              </a:ext>
            </a:extLst>
          </p:cNvPr>
          <p:cNvSpPr txBox="1"/>
          <p:nvPr/>
        </p:nvSpPr>
        <p:spPr>
          <a:xfrm>
            <a:off x="8803200" y="3625055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priv.pay.transaction-flagged3.delta.v1</a:t>
            </a:r>
          </a:p>
        </p:txBody>
      </p:sp>
    </p:spTree>
    <p:extLst>
      <p:ext uri="{BB962C8B-B14F-4D97-AF65-F5344CB8AC3E}">
        <p14:creationId xmlns:p14="http://schemas.microsoft.com/office/powerpoint/2010/main" val="7718268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7CC92-3456-AEB5-0C0D-290279BC9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606360-962C-D605-0541-2D7BBD93B6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F90F471-3972-4120-B8B3-0237DE626C3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39786C1-9477-F057-176B-977CA6E21751}"/>
              </a:ext>
            </a:extLst>
          </p:cNvPr>
          <p:cNvSpPr/>
          <p:nvPr/>
        </p:nvSpPr>
        <p:spPr>
          <a:xfrm>
            <a:off x="1810646" y="559203"/>
            <a:ext cx="13089105" cy="1861403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6AD95D-937D-BAF1-5D94-9E2CEE6225E1}"/>
              </a:ext>
            </a:extLst>
          </p:cNvPr>
          <p:cNvSpPr/>
          <p:nvPr/>
        </p:nvSpPr>
        <p:spPr>
          <a:xfrm>
            <a:off x="2174684" y="465346"/>
            <a:ext cx="983419" cy="187561"/>
          </a:xfrm>
          <a:prstGeom prst="roundRect">
            <a:avLst/>
          </a:prstGeom>
          <a:solidFill>
            <a:srgbClr val="EB5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800" b="1" dirty="0">
                <a:solidFill>
                  <a:schemeClr val="bg1"/>
                </a:solidFill>
              </a:rPr>
              <a:t>Customer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00D1D55-EB7C-A739-6461-DB4145AFE3BA}"/>
              </a:ext>
            </a:extLst>
          </p:cNvPr>
          <p:cNvSpPr/>
          <p:nvPr/>
        </p:nvSpPr>
        <p:spPr>
          <a:xfrm>
            <a:off x="202830" y="3781528"/>
            <a:ext cx="657895" cy="28293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Simulator</a:t>
            </a:r>
            <a:endParaRPr lang="en-US" sz="800" b="1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44D2403-8F8E-09CF-5974-5859AE25B55D}"/>
              </a:ext>
            </a:extLst>
          </p:cNvPr>
          <p:cNvSpPr/>
          <p:nvPr/>
        </p:nvSpPr>
        <p:spPr>
          <a:xfrm>
            <a:off x="2248660" y="1190492"/>
            <a:ext cx="835470" cy="238814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Cardholder App</a:t>
            </a:r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B61AAD07-E312-2517-77F8-815E3D712B52}"/>
              </a:ext>
            </a:extLst>
          </p:cNvPr>
          <p:cNvSpPr/>
          <p:nvPr/>
        </p:nvSpPr>
        <p:spPr>
          <a:xfrm rot="5400000">
            <a:off x="3765922" y="1091267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5A00D2"/>
              </a:solidFill>
            </a:endParaRPr>
          </a:p>
        </p:txBody>
      </p:sp>
      <p:cxnSp>
        <p:nvCxnSpPr>
          <p:cNvPr id="9" name="Straight Arrow Connector 47">
            <a:extLst>
              <a:ext uri="{FF2B5EF4-FFF2-40B4-BE49-F238E27FC236}">
                <a16:creationId xmlns:a16="http://schemas.microsoft.com/office/drawing/2014/main" id="{F5D99EE7-4580-3C91-5FF5-75F75332AB45}"/>
              </a:ext>
            </a:extLst>
          </p:cNvPr>
          <p:cNvCxnSpPr>
            <a:cxnSpLocks/>
            <a:stCxn id="6" idx="3"/>
            <a:endCxn id="32" idx="0"/>
          </p:cNvCxnSpPr>
          <p:nvPr/>
        </p:nvCxnSpPr>
        <p:spPr>
          <a:xfrm flipV="1">
            <a:off x="860725" y="1306595"/>
            <a:ext cx="849626" cy="2616401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95FA188-7AAC-A440-C504-868A47773860}"/>
              </a:ext>
            </a:extLst>
          </p:cNvPr>
          <p:cNvSpPr/>
          <p:nvPr/>
        </p:nvSpPr>
        <p:spPr>
          <a:xfrm>
            <a:off x="3597069" y="1461724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3D001A8-FE4A-CCD3-52C8-24787D2188EC}"/>
              </a:ext>
            </a:extLst>
          </p:cNvPr>
          <p:cNvSpPr/>
          <p:nvPr/>
        </p:nvSpPr>
        <p:spPr>
          <a:xfrm>
            <a:off x="3854565" y="1461724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4AB673-7EFE-2FD8-867E-1E1A027C87FD}"/>
              </a:ext>
            </a:extLst>
          </p:cNvPr>
          <p:cNvSpPr txBox="1"/>
          <p:nvPr/>
        </p:nvSpPr>
        <p:spPr>
          <a:xfrm>
            <a:off x="4477596" y="169836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19" name="Can 18">
            <a:extLst>
              <a:ext uri="{FF2B5EF4-FFF2-40B4-BE49-F238E27FC236}">
                <a16:creationId xmlns:a16="http://schemas.microsoft.com/office/drawing/2014/main" id="{29AB2726-78CB-19A6-4A45-C50640A92781}"/>
              </a:ext>
            </a:extLst>
          </p:cNvPr>
          <p:cNvSpPr/>
          <p:nvPr/>
        </p:nvSpPr>
        <p:spPr>
          <a:xfrm>
            <a:off x="2328352" y="1752819"/>
            <a:ext cx="676093" cy="253790"/>
          </a:xfrm>
          <a:prstGeom prst="ca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r>
              <a:rPr lang="en-GB" sz="700" b="1" dirty="0"/>
              <a:t>RDBMS</a:t>
            </a:r>
            <a:endParaRPr lang="en-GB" sz="800" b="1" dirty="0"/>
          </a:p>
        </p:txBody>
      </p:sp>
      <p:cxnSp>
        <p:nvCxnSpPr>
          <p:cNvPr id="20" name="Straight Arrow Connector 47">
            <a:extLst>
              <a:ext uri="{FF2B5EF4-FFF2-40B4-BE49-F238E27FC236}">
                <a16:creationId xmlns:a16="http://schemas.microsoft.com/office/drawing/2014/main" id="{490B6275-2A77-7EB5-7489-D2347912FEC3}"/>
              </a:ext>
            </a:extLst>
          </p:cNvPr>
          <p:cNvCxnSpPr>
            <a:cxnSpLocks/>
            <a:stCxn id="7" idx="2"/>
            <a:endCxn id="19" idx="1"/>
          </p:cNvCxnSpPr>
          <p:nvPr/>
        </p:nvCxnSpPr>
        <p:spPr>
          <a:xfrm rot="16200000" flipH="1">
            <a:off x="2504641" y="1591060"/>
            <a:ext cx="323513" cy="4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47">
            <a:extLst>
              <a:ext uri="{FF2B5EF4-FFF2-40B4-BE49-F238E27FC236}">
                <a16:creationId xmlns:a16="http://schemas.microsoft.com/office/drawing/2014/main" id="{EE3353DB-124E-A026-D344-795DCE4B5F29}"/>
              </a:ext>
            </a:extLst>
          </p:cNvPr>
          <p:cNvCxnSpPr>
            <a:cxnSpLocks/>
            <a:stCxn id="7" idx="2"/>
            <a:endCxn id="8" idx="3"/>
          </p:cNvCxnSpPr>
          <p:nvPr/>
        </p:nvCxnSpPr>
        <p:spPr>
          <a:xfrm rot="16200000" flipH="1">
            <a:off x="3005178" y="1090522"/>
            <a:ext cx="119628" cy="797195"/>
          </a:xfrm>
          <a:prstGeom prst="curvedConnector2">
            <a:avLst/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73540170-F0F0-384A-20E5-48F6731C461B}"/>
              </a:ext>
            </a:extLst>
          </p:cNvPr>
          <p:cNvSpPr/>
          <p:nvPr/>
        </p:nvSpPr>
        <p:spPr>
          <a:xfrm rot="16200000">
            <a:off x="1514050" y="1196422"/>
            <a:ext cx="612947" cy="220346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API</a:t>
            </a:r>
            <a:endParaRPr lang="en-US" sz="800" b="1" dirty="0"/>
          </a:p>
        </p:txBody>
      </p:sp>
      <p:cxnSp>
        <p:nvCxnSpPr>
          <p:cNvPr id="36" name="Straight Arrow Connector 47">
            <a:extLst>
              <a:ext uri="{FF2B5EF4-FFF2-40B4-BE49-F238E27FC236}">
                <a16:creationId xmlns:a16="http://schemas.microsoft.com/office/drawing/2014/main" id="{90B70F3B-44C6-FE2D-B1E1-DF295B042540}"/>
              </a:ext>
            </a:extLst>
          </p:cNvPr>
          <p:cNvCxnSpPr>
            <a:cxnSpLocks/>
            <a:stCxn id="32" idx="2"/>
            <a:endCxn id="7" idx="1"/>
          </p:cNvCxnSpPr>
          <p:nvPr/>
        </p:nvCxnSpPr>
        <p:spPr>
          <a:xfrm>
            <a:off x="1930697" y="1306595"/>
            <a:ext cx="317963" cy="3304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an 39">
            <a:extLst>
              <a:ext uri="{FF2B5EF4-FFF2-40B4-BE49-F238E27FC236}">
                <a16:creationId xmlns:a16="http://schemas.microsoft.com/office/drawing/2014/main" id="{9CA1F7C0-C596-3A50-BE3F-6AB27399626D}"/>
              </a:ext>
            </a:extLst>
          </p:cNvPr>
          <p:cNvSpPr/>
          <p:nvPr/>
        </p:nvSpPr>
        <p:spPr>
          <a:xfrm rot="5400000">
            <a:off x="2391444" y="3465329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5A00D2"/>
              </a:solidFill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563AF11E-6BBF-526F-D153-7775E6A0E420}"/>
              </a:ext>
            </a:extLst>
          </p:cNvPr>
          <p:cNvSpPr/>
          <p:nvPr/>
        </p:nvSpPr>
        <p:spPr>
          <a:xfrm>
            <a:off x="2222591" y="3835786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1298261E-1835-166A-A5B6-4803A1CD0E56}"/>
              </a:ext>
            </a:extLst>
          </p:cNvPr>
          <p:cNvSpPr/>
          <p:nvPr/>
        </p:nvSpPr>
        <p:spPr>
          <a:xfrm>
            <a:off x="2480087" y="3835786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97E4E1D-EBF0-3732-ED0A-E5099048C59C}"/>
              </a:ext>
            </a:extLst>
          </p:cNvPr>
          <p:cNvSpPr txBox="1"/>
          <p:nvPr/>
        </p:nvSpPr>
        <p:spPr>
          <a:xfrm>
            <a:off x="3103118" y="4072422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167E1B63-AC79-D94B-1740-E18323AD838D}"/>
              </a:ext>
            </a:extLst>
          </p:cNvPr>
          <p:cNvSpPr/>
          <p:nvPr/>
        </p:nvSpPr>
        <p:spPr>
          <a:xfrm>
            <a:off x="3412698" y="3820074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Flagger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D9A3B56-A1BD-1A6C-E84E-E0B5D4F2AAEB}"/>
              </a:ext>
            </a:extLst>
          </p:cNvPr>
          <p:cNvSpPr txBox="1"/>
          <p:nvPr/>
        </p:nvSpPr>
        <p:spPr>
          <a:xfrm>
            <a:off x="3533371" y="1242091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pub.cust.cardholder.state.v1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ECAC6CC-D528-C811-0C7D-7AC3A30D6692}"/>
              </a:ext>
            </a:extLst>
          </p:cNvPr>
          <p:cNvSpPr txBox="1"/>
          <p:nvPr/>
        </p:nvSpPr>
        <p:spPr>
          <a:xfrm>
            <a:off x="2052791" y="3600757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priv.pay.transaction.delta.v1</a:t>
            </a:r>
          </a:p>
        </p:txBody>
      </p:sp>
      <p:sp>
        <p:nvSpPr>
          <p:cNvPr id="47" name="Can 46">
            <a:extLst>
              <a:ext uri="{FF2B5EF4-FFF2-40B4-BE49-F238E27FC236}">
                <a16:creationId xmlns:a16="http://schemas.microsoft.com/office/drawing/2014/main" id="{0C15DF8B-4D81-6917-B1A2-6E4C25249463}"/>
              </a:ext>
            </a:extLst>
          </p:cNvPr>
          <p:cNvSpPr/>
          <p:nvPr/>
        </p:nvSpPr>
        <p:spPr>
          <a:xfrm rot="5400000">
            <a:off x="2391444" y="4067290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5A00D2"/>
              </a:solidFill>
            </a:endParaRP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ECDAB2C7-E8E6-5F3A-74C0-0362D6548B4B}"/>
              </a:ext>
            </a:extLst>
          </p:cNvPr>
          <p:cNvSpPr/>
          <p:nvPr/>
        </p:nvSpPr>
        <p:spPr>
          <a:xfrm>
            <a:off x="2222591" y="4437747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663AFF2B-48A8-D3CE-83A8-CC63C03EF29B}"/>
              </a:ext>
            </a:extLst>
          </p:cNvPr>
          <p:cNvSpPr/>
          <p:nvPr/>
        </p:nvSpPr>
        <p:spPr>
          <a:xfrm>
            <a:off x="2480087" y="4437747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C1491F-C96B-50E2-B04C-A32EA91E05F2}"/>
              </a:ext>
            </a:extLst>
          </p:cNvPr>
          <p:cNvSpPr txBox="1"/>
          <p:nvPr/>
        </p:nvSpPr>
        <p:spPr>
          <a:xfrm>
            <a:off x="3103118" y="4674383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1C84A52-1D2F-9D76-082F-11AEAD64AAE0}"/>
              </a:ext>
            </a:extLst>
          </p:cNvPr>
          <p:cNvSpPr txBox="1"/>
          <p:nvPr/>
        </p:nvSpPr>
        <p:spPr>
          <a:xfrm>
            <a:off x="2016591" y="4205977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priv.pay.blacklist.state.v1</a:t>
            </a:r>
          </a:p>
        </p:txBody>
      </p:sp>
      <p:cxnSp>
        <p:nvCxnSpPr>
          <p:cNvPr id="52" name="Straight Arrow Connector 47">
            <a:extLst>
              <a:ext uri="{FF2B5EF4-FFF2-40B4-BE49-F238E27FC236}">
                <a16:creationId xmlns:a16="http://schemas.microsoft.com/office/drawing/2014/main" id="{BC08F210-C1C0-8FA1-14E5-EAC6B206287F}"/>
              </a:ext>
            </a:extLst>
          </p:cNvPr>
          <p:cNvCxnSpPr>
            <a:cxnSpLocks/>
            <a:stCxn id="6" idx="3"/>
            <a:endCxn id="40" idx="3"/>
          </p:cNvCxnSpPr>
          <p:nvPr/>
        </p:nvCxnSpPr>
        <p:spPr>
          <a:xfrm>
            <a:off x="860725" y="3922994"/>
            <a:ext cx="1228385" cy="12700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Can 56">
            <a:extLst>
              <a:ext uri="{FF2B5EF4-FFF2-40B4-BE49-F238E27FC236}">
                <a16:creationId xmlns:a16="http://schemas.microsoft.com/office/drawing/2014/main" id="{66AD2582-8373-E448-5FC6-873A347AD9CC}"/>
              </a:ext>
            </a:extLst>
          </p:cNvPr>
          <p:cNvSpPr/>
          <p:nvPr/>
        </p:nvSpPr>
        <p:spPr>
          <a:xfrm rot="5400000">
            <a:off x="4681255" y="3465330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5A00D2"/>
              </a:solidFill>
            </a:endParaRP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13C1A0AF-EA8A-6F26-BC22-236B86488DFF}"/>
              </a:ext>
            </a:extLst>
          </p:cNvPr>
          <p:cNvSpPr/>
          <p:nvPr/>
        </p:nvSpPr>
        <p:spPr>
          <a:xfrm>
            <a:off x="4512402" y="3835786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A1C0138A-A227-150A-35A4-2EC2021AAAEB}"/>
              </a:ext>
            </a:extLst>
          </p:cNvPr>
          <p:cNvSpPr/>
          <p:nvPr/>
        </p:nvSpPr>
        <p:spPr>
          <a:xfrm>
            <a:off x="4769898" y="3835786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7BBBF6D-B46B-9D6C-AF53-61DBFB92B2A5}"/>
              </a:ext>
            </a:extLst>
          </p:cNvPr>
          <p:cNvSpPr txBox="1"/>
          <p:nvPr/>
        </p:nvSpPr>
        <p:spPr>
          <a:xfrm>
            <a:off x="5392929" y="4072422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6299DA0-40EE-748F-46C3-D86FB8F2133A}"/>
              </a:ext>
            </a:extLst>
          </p:cNvPr>
          <p:cNvSpPr txBox="1"/>
          <p:nvPr/>
        </p:nvSpPr>
        <p:spPr>
          <a:xfrm>
            <a:off x="4097137" y="3617478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priv.pay.transaction-flagged.delta.v1</a:t>
            </a:r>
          </a:p>
        </p:txBody>
      </p:sp>
      <p:cxnSp>
        <p:nvCxnSpPr>
          <p:cNvPr id="62" name="Straight Arrow Connector 47">
            <a:extLst>
              <a:ext uri="{FF2B5EF4-FFF2-40B4-BE49-F238E27FC236}">
                <a16:creationId xmlns:a16="http://schemas.microsoft.com/office/drawing/2014/main" id="{782ABFAD-BC67-47AD-3604-EBDE7C6226E2}"/>
              </a:ext>
            </a:extLst>
          </p:cNvPr>
          <p:cNvCxnSpPr>
            <a:cxnSpLocks/>
            <a:stCxn id="40" idx="1"/>
            <a:endCxn id="44" idx="1"/>
          </p:cNvCxnSpPr>
          <p:nvPr/>
        </p:nvCxnSpPr>
        <p:spPr>
          <a:xfrm>
            <a:off x="3004445" y="3922996"/>
            <a:ext cx="408255" cy="155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47">
            <a:extLst>
              <a:ext uri="{FF2B5EF4-FFF2-40B4-BE49-F238E27FC236}">
                <a16:creationId xmlns:a16="http://schemas.microsoft.com/office/drawing/2014/main" id="{3929E785-94E8-6803-6BD9-C686B3DEC06F}"/>
              </a:ext>
            </a:extLst>
          </p:cNvPr>
          <p:cNvCxnSpPr>
            <a:cxnSpLocks/>
            <a:stCxn id="44" idx="3"/>
            <a:endCxn id="57" idx="3"/>
          </p:cNvCxnSpPr>
          <p:nvPr/>
        </p:nvCxnSpPr>
        <p:spPr>
          <a:xfrm flipV="1">
            <a:off x="4071778" y="3922995"/>
            <a:ext cx="307145" cy="154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80E63F01-F5C0-5E17-2BB3-D88B6923041E}"/>
              </a:ext>
            </a:extLst>
          </p:cNvPr>
          <p:cNvSpPr/>
          <p:nvPr/>
        </p:nvSpPr>
        <p:spPr>
          <a:xfrm>
            <a:off x="5764659" y="3825226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Enricher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FE1E99-219C-79F9-9B2E-98F12C24B8FB}"/>
              </a:ext>
            </a:extLst>
          </p:cNvPr>
          <p:cNvSpPr txBox="1"/>
          <p:nvPr/>
        </p:nvSpPr>
        <p:spPr>
          <a:xfrm>
            <a:off x="3140200" y="5246277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70" name="Can 69">
            <a:extLst>
              <a:ext uri="{FF2B5EF4-FFF2-40B4-BE49-F238E27FC236}">
                <a16:creationId xmlns:a16="http://schemas.microsoft.com/office/drawing/2014/main" id="{079A7C93-BAE1-BC58-4B78-5DB29A28A29C}"/>
              </a:ext>
            </a:extLst>
          </p:cNvPr>
          <p:cNvSpPr/>
          <p:nvPr/>
        </p:nvSpPr>
        <p:spPr>
          <a:xfrm rot="5400000">
            <a:off x="4503127" y="5014805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5A00D2"/>
              </a:solidFill>
            </a:endParaRP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24FCC49C-DC72-315F-2272-E976FF1A5BE0}"/>
              </a:ext>
            </a:extLst>
          </p:cNvPr>
          <p:cNvSpPr/>
          <p:nvPr/>
        </p:nvSpPr>
        <p:spPr>
          <a:xfrm>
            <a:off x="4334274" y="5385262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897F6C37-304B-3308-CECB-A7F90DE7AD05}"/>
              </a:ext>
            </a:extLst>
          </p:cNvPr>
          <p:cNvSpPr/>
          <p:nvPr/>
        </p:nvSpPr>
        <p:spPr>
          <a:xfrm>
            <a:off x="4591770" y="5385262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B4C2F6-8BA3-A098-8E21-314D95A6539D}"/>
              </a:ext>
            </a:extLst>
          </p:cNvPr>
          <p:cNvSpPr txBox="1"/>
          <p:nvPr/>
        </p:nvSpPr>
        <p:spPr>
          <a:xfrm>
            <a:off x="5214801" y="562189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2781F50-A816-903D-4BD9-44D5A2FB93EA}"/>
              </a:ext>
            </a:extLst>
          </p:cNvPr>
          <p:cNvSpPr txBox="1"/>
          <p:nvPr/>
        </p:nvSpPr>
        <p:spPr>
          <a:xfrm>
            <a:off x="4200795" y="5188234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priv.ref.merchant.state.v1</a:t>
            </a:r>
          </a:p>
        </p:txBody>
      </p:sp>
      <p:cxnSp>
        <p:nvCxnSpPr>
          <p:cNvPr id="75" name="Straight Arrow Connector 47">
            <a:extLst>
              <a:ext uri="{FF2B5EF4-FFF2-40B4-BE49-F238E27FC236}">
                <a16:creationId xmlns:a16="http://schemas.microsoft.com/office/drawing/2014/main" id="{D2E13821-94B5-DBE5-3A68-3A7181627642}"/>
              </a:ext>
            </a:extLst>
          </p:cNvPr>
          <p:cNvCxnSpPr>
            <a:cxnSpLocks/>
            <a:stCxn id="6" idx="3"/>
            <a:endCxn id="2" idx="2"/>
          </p:cNvCxnSpPr>
          <p:nvPr/>
        </p:nvCxnSpPr>
        <p:spPr>
          <a:xfrm>
            <a:off x="860725" y="3922996"/>
            <a:ext cx="1349250" cy="1551846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47">
            <a:extLst>
              <a:ext uri="{FF2B5EF4-FFF2-40B4-BE49-F238E27FC236}">
                <a16:creationId xmlns:a16="http://schemas.microsoft.com/office/drawing/2014/main" id="{68551DA4-39FC-D625-6096-7270C1BFE806}"/>
              </a:ext>
            </a:extLst>
          </p:cNvPr>
          <p:cNvCxnSpPr>
            <a:cxnSpLocks/>
            <a:stCxn id="57" idx="1"/>
            <a:endCxn id="68" idx="1"/>
          </p:cNvCxnSpPr>
          <p:nvPr/>
        </p:nvCxnSpPr>
        <p:spPr>
          <a:xfrm>
            <a:off x="5294256" y="3922995"/>
            <a:ext cx="470405" cy="5306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47">
            <a:extLst>
              <a:ext uri="{FF2B5EF4-FFF2-40B4-BE49-F238E27FC236}">
                <a16:creationId xmlns:a16="http://schemas.microsoft.com/office/drawing/2014/main" id="{1120203F-AA6E-57AE-A103-F73482F76224}"/>
              </a:ext>
            </a:extLst>
          </p:cNvPr>
          <p:cNvCxnSpPr>
            <a:cxnSpLocks/>
            <a:stCxn id="70" idx="1"/>
            <a:endCxn id="44" idx="1"/>
          </p:cNvCxnSpPr>
          <p:nvPr/>
        </p:nvCxnSpPr>
        <p:spPr>
          <a:xfrm flipH="1" flipV="1">
            <a:off x="3412698" y="3923149"/>
            <a:ext cx="1703430" cy="1549323"/>
          </a:xfrm>
          <a:prstGeom prst="curvedConnector5">
            <a:avLst>
              <a:gd name="adj1" fmla="val -13420"/>
              <a:gd name="adj2" fmla="val 64470"/>
              <a:gd name="adj3" fmla="val 109291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an 84">
            <a:extLst>
              <a:ext uri="{FF2B5EF4-FFF2-40B4-BE49-F238E27FC236}">
                <a16:creationId xmlns:a16="http://schemas.microsoft.com/office/drawing/2014/main" id="{A028AF79-2261-7BA1-E903-EC48F5786720}"/>
              </a:ext>
            </a:extLst>
          </p:cNvPr>
          <p:cNvSpPr/>
          <p:nvPr/>
        </p:nvSpPr>
        <p:spPr>
          <a:xfrm rot="5400000">
            <a:off x="7117946" y="3470607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5A00D2"/>
              </a:solidFill>
            </a:endParaRPr>
          </a:p>
        </p:txBody>
      </p:sp>
      <p:sp>
        <p:nvSpPr>
          <p:cNvPr id="86" name="Rounded Rectangle 85">
            <a:extLst>
              <a:ext uri="{FF2B5EF4-FFF2-40B4-BE49-F238E27FC236}">
                <a16:creationId xmlns:a16="http://schemas.microsoft.com/office/drawing/2014/main" id="{FB4909B4-9E30-51F7-AD61-E7A21884FB5B}"/>
              </a:ext>
            </a:extLst>
          </p:cNvPr>
          <p:cNvSpPr/>
          <p:nvPr/>
        </p:nvSpPr>
        <p:spPr>
          <a:xfrm>
            <a:off x="6949093" y="3841063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ounded Rectangle 86">
            <a:extLst>
              <a:ext uri="{FF2B5EF4-FFF2-40B4-BE49-F238E27FC236}">
                <a16:creationId xmlns:a16="http://schemas.microsoft.com/office/drawing/2014/main" id="{86417DAA-D623-2EDE-54EE-9423B6604486}"/>
              </a:ext>
            </a:extLst>
          </p:cNvPr>
          <p:cNvSpPr/>
          <p:nvPr/>
        </p:nvSpPr>
        <p:spPr>
          <a:xfrm>
            <a:off x="7206589" y="3841063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4844579-8C63-A7CA-085B-7A784E00B47D}"/>
              </a:ext>
            </a:extLst>
          </p:cNvPr>
          <p:cNvSpPr txBox="1"/>
          <p:nvPr/>
        </p:nvSpPr>
        <p:spPr>
          <a:xfrm>
            <a:off x="7829620" y="407769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6287444-9D57-0E6B-F538-BC3355151BA2}"/>
              </a:ext>
            </a:extLst>
          </p:cNvPr>
          <p:cNvSpPr txBox="1"/>
          <p:nvPr/>
        </p:nvSpPr>
        <p:spPr>
          <a:xfrm>
            <a:off x="6533828" y="3622755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priv.pay.transaction-flagged-enriched.delta.v1</a:t>
            </a:r>
          </a:p>
        </p:txBody>
      </p:sp>
      <p:cxnSp>
        <p:nvCxnSpPr>
          <p:cNvPr id="90" name="Straight Arrow Connector 47">
            <a:extLst>
              <a:ext uri="{FF2B5EF4-FFF2-40B4-BE49-F238E27FC236}">
                <a16:creationId xmlns:a16="http://schemas.microsoft.com/office/drawing/2014/main" id="{7B5F46C3-7DF0-1008-7344-8E6F2A2DAF99}"/>
              </a:ext>
            </a:extLst>
          </p:cNvPr>
          <p:cNvCxnSpPr>
            <a:cxnSpLocks/>
            <a:stCxn id="68" idx="3"/>
            <a:endCxn id="85" idx="3"/>
          </p:cNvCxnSpPr>
          <p:nvPr/>
        </p:nvCxnSpPr>
        <p:spPr>
          <a:xfrm flipV="1">
            <a:off x="6423739" y="3928274"/>
            <a:ext cx="391875" cy="29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47">
            <a:extLst>
              <a:ext uri="{FF2B5EF4-FFF2-40B4-BE49-F238E27FC236}">
                <a16:creationId xmlns:a16="http://schemas.microsoft.com/office/drawing/2014/main" id="{12E434F5-CB46-ED0A-BB93-453EA26009ED}"/>
              </a:ext>
            </a:extLst>
          </p:cNvPr>
          <p:cNvCxnSpPr>
            <a:cxnSpLocks/>
            <a:stCxn id="85" idx="1"/>
            <a:endCxn id="112" idx="1"/>
          </p:cNvCxnSpPr>
          <p:nvPr/>
        </p:nvCxnSpPr>
        <p:spPr>
          <a:xfrm flipV="1">
            <a:off x="7730947" y="3927797"/>
            <a:ext cx="2624072" cy="477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47">
            <a:extLst>
              <a:ext uri="{FF2B5EF4-FFF2-40B4-BE49-F238E27FC236}">
                <a16:creationId xmlns:a16="http://schemas.microsoft.com/office/drawing/2014/main" id="{48B3B30F-9495-C278-7973-C8BDA2D18B5D}"/>
              </a:ext>
            </a:extLst>
          </p:cNvPr>
          <p:cNvCxnSpPr>
            <a:cxnSpLocks/>
            <a:stCxn id="47" idx="1"/>
            <a:endCxn id="44" idx="1"/>
          </p:cNvCxnSpPr>
          <p:nvPr/>
        </p:nvCxnSpPr>
        <p:spPr>
          <a:xfrm flipV="1">
            <a:off x="3004445" y="3923149"/>
            <a:ext cx="408255" cy="601806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Rounded Rectangle 111">
            <a:extLst>
              <a:ext uri="{FF2B5EF4-FFF2-40B4-BE49-F238E27FC236}">
                <a16:creationId xmlns:a16="http://schemas.microsoft.com/office/drawing/2014/main" id="{0CA5A5D0-6AF6-B8F9-33A5-565DF54E0C12}"/>
              </a:ext>
            </a:extLst>
          </p:cNvPr>
          <p:cNvSpPr/>
          <p:nvPr/>
        </p:nvSpPr>
        <p:spPr>
          <a:xfrm>
            <a:off x="10355019" y="3824722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Iceberg Sink</a:t>
            </a:r>
          </a:p>
        </p:txBody>
      </p:sp>
      <p:sp>
        <p:nvSpPr>
          <p:cNvPr id="113" name="Rounded Rectangle 112">
            <a:extLst>
              <a:ext uri="{FF2B5EF4-FFF2-40B4-BE49-F238E27FC236}">
                <a16:creationId xmlns:a16="http://schemas.microsoft.com/office/drawing/2014/main" id="{8AA18822-C3BA-51BA-E9E7-95C26D1F59B2}"/>
              </a:ext>
            </a:extLst>
          </p:cNvPr>
          <p:cNvSpPr/>
          <p:nvPr/>
        </p:nvSpPr>
        <p:spPr>
          <a:xfrm>
            <a:off x="10355019" y="1439424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Iceberg Sink</a:t>
            </a:r>
          </a:p>
        </p:txBody>
      </p:sp>
      <p:cxnSp>
        <p:nvCxnSpPr>
          <p:cNvPr id="114" name="Straight Arrow Connector 47">
            <a:extLst>
              <a:ext uri="{FF2B5EF4-FFF2-40B4-BE49-F238E27FC236}">
                <a16:creationId xmlns:a16="http://schemas.microsoft.com/office/drawing/2014/main" id="{AE20E13C-661B-063A-4F3F-09BFE92DFB48}"/>
              </a:ext>
            </a:extLst>
          </p:cNvPr>
          <p:cNvCxnSpPr>
            <a:cxnSpLocks/>
            <a:stCxn id="8" idx="1"/>
            <a:endCxn id="113" idx="1"/>
          </p:cNvCxnSpPr>
          <p:nvPr/>
        </p:nvCxnSpPr>
        <p:spPr>
          <a:xfrm flipV="1">
            <a:off x="4378921" y="1542501"/>
            <a:ext cx="5976098" cy="6433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3" name="Graphic 122" descr="Table outline">
            <a:extLst>
              <a:ext uri="{FF2B5EF4-FFF2-40B4-BE49-F238E27FC236}">
                <a16:creationId xmlns:a16="http://schemas.microsoft.com/office/drawing/2014/main" id="{583D8B0D-341D-0B23-8970-91095DF8F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16364" y="1293794"/>
            <a:ext cx="481251" cy="481251"/>
          </a:xfrm>
          <a:prstGeom prst="rect">
            <a:avLst/>
          </a:prstGeom>
        </p:spPr>
      </p:pic>
      <p:pic>
        <p:nvPicPr>
          <p:cNvPr id="126" name="Graphic 125" descr="Table outline">
            <a:extLst>
              <a:ext uri="{FF2B5EF4-FFF2-40B4-BE49-F238E27FC236}">
                <a16:creationId xmlns:a16="http://schemas.microsoft.com/office/drawing/2014/main" id="{2AE2F29F-0DF8-7FA8-26AE-E950326B51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16364" y="3686462"/>
            <a:ext cx="481251" cy="481251"/>
          </a:xfrm>
          <a:prstGeom prst="rect">
            <a:avLst/>
          </a:prstGeom>
        </p:spPr>
      </p:pic>
      <p:sp>
        <p:nvSpPr>
          <p:cNvPr id="127" name="Rounded Rectangle 126">
            <a:extLst>
              <a:ext uri="{FF2B5EF4-FFF2-40B4-BE49-F238E27FC236}">
                <a16:creationId xmlns:a16="http://schemas.microsoft.com/office/drawing/2014/main" id="{0A561DB0-4BB6-6904-DBBB-1F14A1C8509C}"/>
              </a:ext>
            </a:extLst>
          </p:cNvPr>
          <p:cNvSpPr/>
          <p:nvPr/>
        </p:nvSpPr>
        <p:spPr>
          <a:xfrm>
            <a:off x="12719472" y="1423946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Normalizer</a:t>
            </a:r>
          </a:p>
        </p:txBody>
      </p:sp>
      <p:pic>
        <p:nvPicPr>
          <p:cNvPr id="128" name="Graphic 127" descr="Table outline">
            <a:extLst>
              <a:ext uri="{FF2B5EF4-FFF2-40B4-BE49-F238E27FC236}">
                <a16:creationId xmlns:a16="http://schemas.microsoft.com/office/drawing/2014/main" id="{0EF0C1D4-E297-C903-EBA2-F60487FC32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90364" y="711181"/>
            <a:ext cx="481251" cy="481251"/>
          </a:xfrm>
          <a:prstGeom prst="rect">
            <a:avLst/>
          </a:prstGeom>
        </p:spPr>
      </p:pic>
      <p:pic>
        <p:nvPicPr>
          <p:cNvPr id="129" name="Graphic 128" descr="Table outline">
            <a:extLst>
              <a:ext uri="{FF2B5EF4-FFF2-40B4-BE49-F238E27FC236}">
                <a16:creationId xmlns:a16="http://schemas.microsoft.com/office/drawing/2014/main" id="{CCA7591B-B6AF-58FC-0E56-37BE2B3A18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90363" y="1873076"/>
            <a:ext cx="481251" cy="481251"/>
          </a:xfrm>
          <a:prstGeom prst="rect">
            <a:avLst/>
          </a:prstGeom>
        </p:spPr>
      </p:pic>
      <p:pic>
        <p:nvPicPr>
          <p:cNvPr id="130" name="Graphic 129" descr="Table outline">
            <a:extLst>
              <a:ext uri="{FF2B5EF4-FFF2-40B4-BE49-F238E27FC236}">
                <a16:creationId xmlns:a16="http://schemas.microsoft.com/office/drawing/2014/main" id="{03A996E0-91AB-BA85-DB78-18E112D401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90363" y="1289820"/>
            <a:ext cx="481251" cy="481251"/>
          </a:xfrm>
          <a:prstGeom prst="rect">
            <a:avLst/>
          </a:prstGeom>
        </p:spPr>
      </p:pic>
      <p:pic>
        <p:nvPicPr>
          <p:cNvPr id="131" name="Graphic 130" descr="Table outline">
            <a:extLst>
              <a:ext uri="{FF2B5EF4-FFF2-40B4-BE49-F238E27FC236}">
                <a16:creationId xmlns:a16="http://schemas.microsoft.com/office/drawing/2014/main" id="{31CB647E-C000-CB31-D97D-1509D6A8C2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207134" y="3007072"/>
            <a:ext cx="481251" cy="481251"/>
          </a:xfrm>
          <a:prstGeom prst="rect">
            <a:avLst/>
          </a:prstGeom>
        </p:spPr>
      </p:pic>
      <p:cxnSp>
        <p:nvCxnSpPr>
          <p:cNvPr id="132" name="Straight Arrow Connector 47">
            <a:extLst>
              <a:ext uri="{FF2B5EF4-FFF2-40B4-BE49-F238E27FC236}">
                <a16:creationId xmlns:a16="http://schemas.microsoft.com/office/drawing/2014/main" id="{30ED2ED0-0511-9989-54F9-B9CAE61EA135}"/>
              </a:ext>
            </a:extLst>
          </p:cNvPr>
          <p:cNvCxnSpPr>
            <a:cxnSpLocks/>
            <a:stCxn id="113" idx="3"/>
            <a:endCxn id="123" idx="1"/>
          </p:cNvCxnSpPr>
          <p:nvPr/>
        </p:nvCxnSpPr>
        <p:spPr>
          <a:xfrm flipV="1">
            <a:off x="11014099" y="1534420"/>
            <a:ext cx="402265" cy="8081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47">
            <a:extLst>
              <a:ext uri="{FF2B5EF4-FFF2-40B4-BE49-F238E27FC236}">
                <a16:creationId xmlns:a16="http://schemas.microsoft.com/office/drawing/2014/main" id="{FE78D063-E601-4EB6-1C45-F0001F8DE121}"/>
              </a:ext>
            </a:extLst>
          </p:cNvPr>
          <p:cNvCxnSpPr>
            <a:cxnSpLocks/>
            <a:stCxn id="123" idx="3"/>
            <a:endCxn id="127" idx="1"/>
          </p:cNvCxnSpPr>
          <p:nvPr/>
        </p:nvCxnSpPr>
        <p:spPr>
          <a:xfrm flipV="1">
            <a:off x="11897615" y="1527023"/>
            <a:ext cx="821859" cy="7397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bucket Icon - Free PNG &amp; SVG 394460 - Noun Project">
            <a:extLst>
              <a:ext uri="{FF2B5EF4-FFF2-40B4-BE49-F238E27FC236}">
                <a16:creationId xmlns:a16="http://schemas.microsoft.com/office/drawing/2014/main" id="{8BA31AF5-0591-1E3D-E376-84400805E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15490" y="1523984"/>
            <a:ext cx="198421" cy="19842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38" name="Picture 2" descr="bucket Icon - Free PNG &amp; SVG 394460 - Noun Project">
            <a:extLst>
              <a:ext uri="{FF2B5EF4-FFF2-40B4-BE49-F238E27FC236}">
                <a16:creationId xmlns:a16="http://schemas.microsoft.com/office/drawing/2014/main" id="{C1E28E9A-493E-5F09-620C-A388210EE8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82624" y="3935168"/>
            <a:ext cx="198421" cy="19842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39" name="Picture 2" descr="bucket Icon - Free PNG &amp; SVG 394460 - Noun Project">
            <a:extLst>
              <a:ext uri="{FF2B5EF4-FFF2-40B4-BE49-F238E27FC236}">
                <a16:creationId xmlns:a16="http://schemas.microsoft.com/office/drawing/2014/main" id="{0C5FD7B8-9777-B3F8-B7BC-2178F60E77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68228" y="981219"/>
            <a:ext cx="198421" cy="19842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40" name="Picture 2" descr="bucket Icon - Free PNG &amp; SVG 394460 - Noun Project">
            <a:extLst>
              <a:ext uri="{FF2B5EF4-FFF2-40B4-BE49-F238E27FC236}">
                <a16:creationId xmlns:a16="http://schemas.microsoft.com/office/drawing/2014/main" id="{43E2D626-564B-FB59-AA93-DED62929DA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60792" y="1552783"/>
            <a:ext cx="198421" cy="19842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41" name="Picture 2" descr="bucket Icon - Free PNG &amp; SVG 394460 - Noun Project">
            <a:extLst>
              <a:ext uri="{FF2B5EF4-FFF2-40B4-BE49-F238E27FC236}">
                <a16:creationId xmlns:a16="http://schemas.microsoft.com/office/drawing/2014/main" id="{6302E5D6-1C90-6582-0D21-532E6CD82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60792" y="2131422"/>
            <a:ext cx="198421" cy="19842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42" name="Picture 2" descr="bucket Icon - Free PNG &amp; SVG 394460 - Noun Project">
            <a:extLst>
              <a:ext uri="{FF2B5EF4-FFF2-40B4-BE49-F238E27FC236}">
                <a16:creationId xmlns:a16="http://schemas.microsoft.com/office/drawing/2014/main" id="{66F6E0A5-9514-344A-A95B-8D81471AD0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78399" y="3285285"/>
            <a:ext cx="198421" cy="198421"/>
          </a:xfrm>
          <a:prstGeom prst="rect">
            <a:avLst/>
          </a:prstGeom>
          <a:solidFill>
            <a:schemeClr val="bg1"/>
          </a:solidFill>
        </p:spPr>
      </p:pic>
      <p:cxnSp>
        <p:nvCxnSpPr>
          <p:cNvPr id="143" name="Straight Arrow Connector 47">
            <a:extLst>
              <a:ext uri="{FF2B5EF4-FFF2-40B4-BE49-F238E27FC236}">
                <a16:creationId xmlns:a16="http://schemas.microsoft.com/office/drawing/2014/main" id="{A7024DD0-CAA5-87E8-9A10-682DE1341086}"/>
              </a:ext>
            </a:extLst>
          </p:cNvPr>
          <p:cNvCxnSpPr>
            <a:cxnSpLocks/>
            <a:stCxn id="112" idx="3"/>
            <a:endCxn id="126" idx="1"/>
          </p:cNvCxnSpPr>
          <p:nvPr/>
        </p:nvCxnSpPr>
        <p:spPr>
          <a:xfrm flipV="1">
            <a:off x="11014099" y="3927088"/>
            <a:ext cx="402265" cy="711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EE9FEE0A-032E-1ED4-AD31-94A5A03A887F}"/>
              </a:ext>
            </a:extLst>
          </p:cNvPr>
          <p:cNvSpPr/>
          <p:nvPr/>
        </p:nvSpPr>
        <p:spPr>
          <a:xfrm>
            <a:off x="10355019" y="3144348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Iceberg Sink</a:t>
            </a:r>
          </a:p>
        </p:txBody>
      </p:sp>
      <p:pic>
        <p:nvPicPr>
          <p:cNvPr id="147" name="Graphic 146" descr="Table outline">
            <a:extLst>
              <a:ext uri="{FF2B5EF4-FFF2-40B4-BE49-F238E27FC236}">
                <a16:creationId xmlns:a16="http://schemas.microsoft.com/office/drawing/2014/main" id="{A020A03F-01B9-4705-5D55-AC7DF8F7AD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1027" y="3004147"/>
            <a:ext cx="481251" cy="481251"/>
          </a:xfrm>
          <a:prstGeom prst="rect">
            <a:avLst/>
          </a:prstGeom>
        </p:spPr>
      </p:pic>
      <p:pic>
        <p:nvPicPr>
          <p:cNvPr id="148" name="Picture 2" descr="bucket Icon - Free PNG &amp; SVG 394460 - Noun Project">
            <a:extLst>
              <a:ext uri="{FF2B5EF4-FFF2-40B4-BE49-F238E27FC236}">
                <a16:creationId xmlns:a16="http://schemas.microsoft.com/office/drawing/2014/main" id="{214C2FCF-811D-8F44-1037-F061CB45CF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97287" y="3260053"/>
            <a:ext cx="198421" cy="198421"/>
          </a:xfrm>
          <a:prstGeom prst="rect">
            <a:avLst/>
          </a:prstGeom>
          <a:solidFill>
            <a:schemeClr val="bg1"/>
          </a:solidFill>
        </p:spPr>
      </p:pic>
      <p:cxnSp>
        <p:nvCxnSpPr>
          <p:cNvPr id="149" name="Straight Arrow Connector 47">
            <a:extLst>
              <a:ext uri="{FF2B5EF4-FFF2-40B4-BE49-F238E27FC236}">
                <a16:creationId xmlns:a16="http://schemas.microsoft.com/office/drawing/2014/main" id="{B018246B-43CF-BC4B-0A67-1CE0167C3BF2}"/>
              </a:ext>
            </a:extLst>
          </p:cNvPr>
          <p:cNvCxnSpPr>
            <a:cxnSpLocks/>
            <a:stCxn id="146" idx="3"/>
            <a:endCxn id="147" idx="1"/>
          </p:cNvCxnSpPr>
          <p:nvPr/>
        </p:nvCxnSpPr>
        <p:spPr>
          <a:xfrm flipV="1">
            <a:off x="11014097" y="3244771"/>
            <a:ext cx="416928" cy="2652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47">
            <a:extLst>
              <a:ext uri="{FF2B5EF4-FFF2-40B4-BE49-F238E27FC236}">
                <a16:creationId xmlns:a16="http://schemas.microsoft.com/office/drawing/2014/main" id="{B97482FF-D00B-D99C-E615-7DBA176BCA71}"/>
              </a:ext>
            </a:extLst>
          </p:cNvPr>
          <p:cNvCxnSpPr>
            <a:cxnSpLocks/>
            <a:stCxn id="40" idx="1"/>
            <a:endCxn id="146" idx="1"/>
          </p:cNvCxnSpPr>
          <p:nvPr/>
        </p:nvCxnSpPr>
        <p:spPr>
          <a:xfrm flipV="1">
            <a:off x="3004443" y="3247425"/>
            <a:ext cx="7350576" cy="675571"/>
          </a:xfrm>
          <a:prstGeom prst="curvedConnector3">
            <a:avLst>
              <a:gd name="adj1" fmla="val 4844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16095FBB-BEA3-95C3-E5BC-34138DDAE6F7}"/>
              </a:ext>
            </a:extLst>
          </p:cNvPr>
          <p:cNvSpPr txBox="1"/>
          <p:nvPr/>
        </p:nvSpPr>
        <p:spPr>
          <a:xfrm>
            <a:off x="11365583" y="2935070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raw_transaction_t</a:t>
            </a:r>
            <a:endParaRPr lang="de-DE" sz="700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6659AF2-C1CD-51D3-9EBA-4D92B1A348A1}"/>
              </a:ext>
            </a:extLst>
          </p:cNvPr>
          <p:cNvSpPr txBox="1"/>
          <p:nvPr/>
        </p:nvSpPr>
        <p:spPr>
          <a:xfrm>
            <a:off x="11240374" y="3607852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raw_transaction_flagged_t</a:t>
            </a:r>
            <a:endParaRPr lang="de-DE" sz="700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3B9460DB-3533-7BAB-7092-81E5389A9119}"/>
              </a:ext>
            </a:extLst>
          </p:cNvPr>
          <p:cNvSpPr txBox="1"/>
          <p:nvPr/>
        </p:nvSpPr>
        <p:spPr>
          <a:xfrm>
            <a:off x="11269575" y="1213562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raw_cardholder_t</a:t>
            </a:r>
            <a:endParaRPr lang="de-DE" sz="70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A752C45-149B-4076-4283-341FBED2E4EC}"/>
              </a:ext>
            </a:extLst>
          </p:cNvPr>
          <p:cNvSpPr txBox="1"/>
          <p:nvPr/>
        </p:nvSpPr>
        <p:spPr>
          <a:xfrm>
            <a:off x="13990362" y="656407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cur_person_t</a:t>
            </a:r>
            <a:endParaRPr lang="de-DE" sz="700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2D3B3839-88BE-A047-FBDB-70796C14F706}"/>
              </a:ext>
            </a:extLst>
          </p:cNvPr>
          <p:cNvSpPr txBox="1"/>
          <p:nvPr/>
        </p:nvSpPr>
        <p:spPr>
          <a:xfrm>
            <a:off x="13973321" y="1232932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cur_address_t</a:t>
            </a:r>
            <a:endParaRPr lang="de-DE" sz="700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D6CC2D47-A39A-C77B-C76B-74E91F133B61}"/>
              </a:ext>
            </a:extLst>
          </p:cNvPr>
          <p:cNvSpPr txBox="1"/>
          <p:nvPr/>
        </p:nvSpPr>
        <p:spPr>
          <a:xfrm>
            <a:off x="13960792" y="1824331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cur_card_t</a:t>
            </a:r>
            <a:endParaRPr lang="de-DE" sz="700" dirty="0"/>
          </a:p>
        </p:txBody>
      </p:sp>
      <p:cxnSp>
        <p:nvCxnSpPr>
          <p:cNvPr id="161" name="Straight Arrow Connector 47">
            <a:extLst>
              <a:ext uri="{FF2B5EF4-FFF2-40B4-BE49-F238E27FC236}">
                <a16:creationId xmlns:a16="http://schemas.microsoft.com/office/drawing/2014/main" id="{29E71422-EF4E-72AF-40CE-7188FFDC4F34}"/>
              </a:ext>
            </a:extLst>
          </p:cNvPr>
          <p:cNvCxnSpPr>
            <a:cxnSpLocks/>
            <a:stCxn id="127" idx="3"/>
            <a:endCxn id="128" idx="1"/>
          </p:cNvCxnSpPr>
          <p:nvPr/>
        </p:nvCxnSpPr>
        <p:spPr>
          <a:xfrm flipV="1">
            <a:off x="13378550" y="951805"/>
            <a:ext cx="611812" cy="575216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47">
            <a:extLst>
              <a:ext uri="{FF2B5EF4-FFF2-40B4-BE49-F238E27FC236}">
                <a16:creationId xmlns:a16="http://schemas.microsoft.com/office/drawing/2014/main" id="{664BB990-333C-650D-BA9E-C3FDA6A5760B}"/>
              </a:ext>
            </a:extLst>
          </p:cNvPr>
          <p:cNvCxnSpPr>
            <a:cxnSpLocks/>
            <a:stCxn id="127" idx="3"/>
            <a:endCxn id="130" idx="1"/>
          </p:cNvCxnSpPr>
          <p:nvPr/>
        </p:nvCxnSpPr>
        <p:spPr>
          <a:xfrm>
            <a:off x="13378552" y="1527023"/>
            <a:ext cx="611811" cy="3423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47">
            <a:extLst>
              <a:ext uri="{FF2B5EF4-FFF2-40B4-BE49-F238E27FC236}">
                <a16:creationId xmlns:a16="http://schemas.microsoft.com/office/drawing/2014/main" id="{FB8C736F-A58E-14E5-6597-C095BF1CD1B6}"/>
              </a:ext>
            </a:extLst>
          </p:cNvPr>
          <p:cNvCxnSpPr>
            <a:cxnSpLocks/>
            <a:stCxn id="127" idx="3"/>
          </p:cNvCxnSpPr>
          <p:nvPr/>
        </p:nvCxnSpPr>
        <p:spPr>
          <a:xfrm>
            <a:off x="13378552" y="1527023"/>
            <a:ext cx="611811" cy="586367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0" name="Graphic 169" descr="Table outline">
            <a:extLst>
              <a:ext uri="{FF2B5EF4-FFF2-40B4-BE49-F238E27FC236}">
                <a16:creationId xmlns:a16="http://schemas.microsoft.com/office/drawing/2014/main" id="{7F902850-8543-DD7C-DADB-B72DB1A957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92164" y="5220152"/>
            <a:ext cx="481251" cy="481251"/>
          </a:xfrm>
          <a:prstGeom prst="rect">
            <a:avLst/>
          </a:prstGeom>
        </p:spPr>
      </p:pic>
      <p:pic>
        <p:nvPicPr>
          <p:cNvPr id="171" name="Picture 2" descr="bucket Icon - Free PNG &amp; SVG 394460 - Noun Project">
            <a:extLst>
              <a:ext uri="{FF2B5EF4-FFF2-40B4-BE49-F238E27FC236}">
                <a16:creationId xmlns:a16="http://schemas.microsoft.com/office/drawing/2014/main" id="{89158734-A062-89ED-F4C9-73FE1E0FD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63429" y="5498365"/>
            <a:ext cx="198421" cy="198421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72" name="Rounded Rectangle 171">
            <a:extLst>
              <a:ext uri="{FF2B5EF4-FFF2-40B4-BE49-F238E27FC236}">
                <a16:creationId xmlns:a16="http://schemas.microsoft.com/office/drawing/2014/main" id="{81931C3A-D3B6-0634-7CEC-A05AC79C2BD8}"/>
              </a:ext>
            </a:extLst>
          </p:cNvPr>
          <p:cNvSpPr/>
          <p:nvPr/>
        </p:nvSpPr>
        <p:spPr>
          <a:xfrm>
            <a:off x="10392101" y="5359400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Iceberg Sink</a:t>
            </a:r>
          </a:p>
        </p:txBody>
      </p:sp>
      <p:cxnSp>
        <p:nvCxnSpPr>
          <p:cNvPr id="173" name="Straight Arrow Connector 47">
            <a:extLst>
              <a:ext uri="{FF2B5EF4-FFF2-40B4-BE49-F238E27FC236}">
                <a16:creationId xmlns:a16="http://schemas.microsoft.com/office/drawing/2014/main" id="{06BA1C3E-155F-A02E-4CA4-E2645C1CD753}"/>
              </a:ext>
            </a:extLst>
          </p:cNvPr>
          <p:cNvCxnSpPr>
            <a:cxnSpLocks/>
            <a:stCxn id="70" idx="1"/>
            <a:endCxn id="172" idx="1"/>
          </p:cNvCxnSpPr>
          <p:nvPr/>
        </p:nvCxnSpPr>
        <p:spPr>
          <a:xfrm flipV="1">
            <a:off x="5116128" y="5462475"/>
            <a:ext cx="5275973" cy="9997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47">
            <a:extLst>
              <a:ext uri="{FF2B5EF4-FFF2-40B4-BE49-F238E27FC236}">
                <a16:creationId xmlns:a16="http://schemas.microsoft.com/office/drawing/2014/main" id="{2766415D-3750-B398-256F-4F0320AF98FF}"/>
              </a:ext>
            </a:extLst>
          </p:cNvPr>
          <p:cNvCxnSpPr>
            <a:cxnSpLocks/>
            <a:stCxn id="172" idx="3"/>
            <a:endCxn id="170" idx="1"/>
          </p:cNvCxnSpPr>
          <p:nvPr/>
        </p:nvCxnSpPr>
        <p:spPr>
          <a:xfrm flipV="1">
            <a:off x="11051179" y="5460778"/>
            <a:ext cx="340985" cy="1697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C31DBC59-8A14-D4C0-A01C-00C82171FE1B}"/>
              </a:ext>
            </a:extLst>
          </p:cNvPr>
          <p:cNvSpPr txBox="1"/>
          <p:nvPr/>
        </p:nvSpPr>
        <p:spPr>
          <a:xfrm>
            <a:off x="11287786" y="4535765"/>
            <a:ext cx="812569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raw_merchant_t</a:t>
            </a:r>
            <a:endParaRPr lang="de-DE" sz="700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69DB6D64-B27C-429A-AE59-6C0E469271D3}"/>
              </a:ext>
            </a:extLst>
          </p:cNvPr>
          <p:cNvSpPr txBox="1"/>
          <p:nvPr/>
        </p:nvSpPr>
        <p:spPr>
          <a:xfrm>
            <a:off x="13855107" y="2927231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cur_transaction_with_merchant_t</a:t>
            </a:r>
            <a:endParaRPr lang="de-DE" sz="700" dirty="0"/>
          </a:p>
        </p:txBody>
      </p:sp>
      <p:cxnSp>
        <p:nvCxnSpPr>
          <p:cNvPr id="185" name="Straight Arrow Connector 47">
            <a:extLst>
              <a:ext uri="{FF2B5EF4-FFF2-40B4-BE49-F238E27FC236}">
                <a16:creationId xmlns:a16="http://schemas.microsoft.com/office/drawing/2014/main" id="{AA978FCB-B32A-A8CA-0A12-1B9A59EE9EB4}"/>
              </a:ext>
            </a:extLst>
          </p:cNvPr>
          <p:cNvCxnSpPr>
            <a:cxnSpLocks/>
            <a:endCxn id="186" idx="1"/>
          </p:cNvCxnSpPr>
          <p:nvPr/>
        </p:nvCxnSpPr>
        <p:spPr>
          <a:xfrm>
            <a:off x="11933289" y="3239529"/>
            <a:ext cx="781488" cy="6122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>
            <a:extLst>
              <a:ext uri="{FF2B5EF4-FFF2-40B4-BE49-F238E27FC236}">
                <a16:creationId xmlns:a16="http://schemas.microsoft.com/office/drawing/2014/main" id="{6C6DE6A0-3262-2B17-4377-A1D64202389E}"/>
              </a:ext>
            </a:extLst>
          </p:cNvPr>
          <p:cNvSpPr/>
          <p:nvPr/>
        </p:nvSpPr>
        <p:spPr>
          <a:xfrm>
            <a:off x="12714777" y="3142576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Enricher</a:t>
            </a:r>
          </a:p>
        </p:txBody>
      </p:sp>
      <p:cxnSp>
        <p:nvCxnSpPr>
          <p:cNvPr id="188" name="Straight Arrow Connector 47">
            <a:extLst>
              <a:ext uri="{FF2B5EF4-FFF2-40B4-BE49-F238E27FC236}">
                <a16:creationId xmlns:a16="http://schemas.microsoft.com/office/drawing/2014/main" id="{407411C2-ADA0-17B3-6E0C-6B9CC5ED2CB6}"/>
              </a:ext>
            </a:extLst>
          </p:cNvPr>
          <p:cNvCxnSpPr>
            <a:cxnSpLocks/>
            <a:stCxn id="186" idx="3"/>
            <a:endCxn id="131" idx="1"/>
          </p:cNvCxnSpPr>
          <p:nvPr/>
        </p:nvCxnSpPr>
        <p:spPr>
          <a:xfrm>
            <a:off x="13373857" y="3245653"/>
            <a:ext cx="833277" cy="2045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Arrow Connector 47">
            <a:extLst>
              <a:ext uri="{FF2B5EF4-FFF2-40B4-BE49-F238E27FC236}">
                <a16:creationId xmlns:a16="http://schemas.microsoft.com/office/drawing/2014/main" id="{8A559700-DDCE-6494-90EF-5CD31FDED5A6}"/>
              </a:ext>
            </a:extLst>
          </p:cNvPr>
          <p:cNvCxnSpPr>
            <a:cxnSpLocks/>
            <a:stCxn id="170" idx="3"/>
            <a:endCxn id="186" idx="1"/>
          </p:cNvCxnSpPr>
          <p:nvPr/>
        </p:nvCxnSpPr>
        <p:spPr>
          <a:xfrm flipV="1">
            <a:off x="11873415" y="3245651"/>
            <a:ext cx="841362" cy="2215127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0" name="Rounded Rectangle 1029">
            <a:extLst>
              <a:ext uri="{FF2B5EF4-FFF2-40B4-BE49-F238E27FC236}">
                <a16:creationId xmlns:a16="http://schemas.microsoft.com/office/drawing/2014/main" id="{7685466A-F812-EF2B-6D64-2AD76A938C85}"/>
              </a:ext>
            </a:extLst>
          </p:cNvPr>
          <p:cNvSpPr/>
          <p:nvPr/>
        </p:nvSpPr>
        <p:spPr>
          <a:xfrm>
            <a:off x="15548404" y="3144620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Enricher</a:t>
            </a:r>
          </a:p>
        </p:txBody>
      </p:sp>
      <p:cxnSp>
        <p:nvCxnSpPr>
          <p:cNvPr id="1031" name="Straight Arrow Connector 47">
            <a:extLst>
              <a:ext uri="{FF2B5EF4-FFF2-40B4-BE49-F238E27FC236}">
                <a16:creationId xmlns:a16="http://schemas.microsoft.com/office/drawing/2014/main" id="{9594B6B7-C9F5-384A-1B52-C6415F03E652}"/>
              </a:ext>
            </a:extLst>
          </p:cNvPr>
          <p:cNvCxnSpPr>
            <a:cxnSpLocks/>
            <a:stCxn id="131" idx="3"/>
            <a:endCxn id="1030" idx="1"/>
          </p:cNvCxnSpPr>
          <p:nvPr/>
        </p:nvCxnSpPr>
        <p:spPr>
          <a:xfrm flipV="1">
            <a:off x="14688385" y="3247697"/>
            <a:ext cx="860021" cy="1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Straight Arrow Connector 47">
            <a:extLst>
              <a:ext uri="{FF2B5EF4-FFF2-40B4-BE49-F238E27FC236}">
                <a16:creationId xmlns:a16="http://schemas.microsoft.com/office/drawing/2014/main" id="{2AF56AF3-8858-21FD-6537-73E167213113}"/>
              </a:ext>
            </a:extLst>
          </p:cNvPr>
          <p:cNvCxnSpPr>
            <a:cxnSpLocks/>
            <a:stCxn id="128" idx="3"/>
            <a:endCxn id="1030" idx="1"/>
          </p:cNvCxnSpPr>
          <p:nvPr/>
        </p:nvCxnSpPr>
        <p:spPr>
          <a:xfrm>
            <a:off x="14471615" y="951805"/>
            <a:ext cx="1076791" cy="2295890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7" name="Graphic 1036" descr="Table outline">
            <a:extLst>
              <a:ext uri="{FF2B5EF4-FFF2-40B4-BE49-F238E27FC236}">
                <a16:creationId xmlns:a16="http://schemas.microsoft.com/office/drawing/2014/main" id="{D4D3535F-1EF9-8D30-1B56-853F8A85C7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5641" y="3009166"/>
            <a:ext cx="481251" cy="481251"/>
          </a:xfrm>
          <a:prstGeom prst="rect">
            <a:avLst/>
          </a:prstGeom>
        </p:spPr>
      </p:pic>
      <p:pic>
        <p:nvPicPr>
          <p:cNvPr id="1038" name="Picture 2" descr="bucket Icon - Free PNG &amp; SVG 394460 - Noun Project">
            <a:extLst>
              <a:ext uri="{FF2B5EF4-FFF2-40B4-BE49-F238E27FC236}">
                <a16:creationId xmlns:a16="http://schemas.microsoft.com/office/drawing/2014/main" id="{70C952CE-FBAA-7D92-FFA1-F25CCD7748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86906" y="3287379"/>
            <a:ext cx="198421" cy="198421"/>
          </a:xfrm>
          <a:prstGeom prst="rect">
            <a:avLst/>
          </a:prstGeom>
          <a:solidFill>
            <a:schemeClr val="bg1"/>
          </a:solidFill>
        </p:spPr>
      </p:pic>
      <p:cxnSp>
        <p:nvCxnSpPr>
          <p:cNvPr id="1039" name="Straight Arrow Connector 47">
            <a:extLst>
              <a:ext uri="{FF2B5EF4-FFF2-40B4-BE49-F238E27FC236}">
                <a16:creationId xmlns:a16="http://schemas.microsoft.com/office/drawing/2014/main" id="{7C903215-C3D7-7281-E182-8901D41E14F5}"/>
              </a:ext>
            </a:extLst>
          </p:cNvPr>
          <p:cNvCxnSpPr>
            <a:cxnSpLocks/>
            <a:stCxn id="1030" idx="3"/>
            <a:endCxn id="1037" idx="1"/>
          </p:cNvCxnSpPr>
          <p:nvPr/>
        </p:nvCxnSpPr>
        <p:spPr>
          <a:xfrm>
            <a:off x="16207484" y="3247697"/>
            <a:ext cx="408157" cy="2095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9" name="Rounded Rectangle 1098">
            <a:extLst>
              <a:ext uri="{FF2B5EF4-FFF2-40B4-BE49-F238E27FC236}">
                <a16:creationId xmlns:a16="http://schemas.microsoft.com/office/drawing/2014/main" id="{A7325B50-3907-135A-1E3C-2FDE77296315}"/>
              </a:ext>
            </a:extLst>
          </p:cNvPr>
          <p:cNvSpPr/>
          <p:nvPr/>
        </p:nvSpPr>
        <p:spPr>
          <a:xfrm>
            <a:off x="1810646" y="2744474"/>
            <a:ext cx="15774704" cy="2096084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0" name="Rounded Rectangle 1099">
            <a:extLst>
              <a:ext uri="{FF2B5EF4-FFF2-40B4-BE49-F238E27FC236}">
                <a16:creationId xmlns:a16="http://schemas.microsoft.com/office/drawing/2014/main" id="{2C1406DC-8BDB-89D2-54AF-7F20F3312354}"/>
              </a:ext>
            </a:extLst>
          </p:cNvPr>
          <p:cNvSpPr/>
          <p:nvPr/>
        </p:nvSpPr>
        <p:spPr>
          <a:xfrm>
            <a:off x="2084390" y="2645128"/>
            <a:ext cx="983419" cy="187561"/>
          </a:xfrm>
          <a:prstGeom prst="roundRect">
            <a:avLst/>
          </a:prstGeom>
          <a:solidFill>
            <a:srgbClr val="EB5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800" b="1" dirty="0">
                <a:solidFill>
                  <a:schemeClr val="bg1"/>
                </a:solidFill>
              </a:rPr>
              <a:t>Payment</a:t>
            </a:r>
          </a:p>
        </p:txBody>
      </p:sp>
      <p:sp>
        <p:nvSpPr>
          <p:cNvPr id="1101" name="Rounded Rectangle 1100">
            <a:extLst>
              <a:ext uri="{FF2B5EF4-FFF2-40B4-BE49-F238E27FC236}">
                <a16:creationId xmlns:a16="http://schemas.microsoft.com/office/drawing/2014/main" id="{6F54B2F2-6722-66AE-17ED-08DC68550E9D}"/>
              </a:ext>
            </a:extLst>
          </p:cNvPr>
          <p:cNvSpPr/>
          <p:nvPr/>
        </p:nvSpPr>
        <p:spPr>
          <a:xfrm>
            <a:off x="1810646" y="5135002"/>
            <a:ext cx="10872586" cy="1661698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2" name="Rounded Rectangle 1101">
            <a:extLst>
              <a:ext uri="{FF2B5EF4-FFF2-40B4-BE49-F238E27FC236}">
                <a16:creationId xmlns:a16="http://schemas.microsoft.com/office/drawing/2014/main" id="{31F78C2C-ED62-D903-5296-438B5D244DE5}"/>
              </a:ext>
            </a:extLst>
          </p:cNvPr>
          <p:cNvSpPr/>
          <p:nvPr/>
        </p:nvSpPr>
        <p:spPr>
          <a:xfrm>
            <a:off x="2121472" y="5025318"/>
            <a:ext cx="983419" cy="187561"/>
          </a:xfrm>
          <a:prstGeom prst="roundRect">
            <a:avLst/>
          </a:prstGeom>
          <a:solidFill>
            <a:srgbClr val="EB5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800" b="1" dirty="0">
                <a:solidFill>
                  <a:schemeClr val="bg1"/>
                </a:solidFill>
              </a:rPr>
              <a:t>Reference Data</a:t>
            </a:r>
          </a:p>
        </p:txBody>
      </p:sp>
      <p:pic>
        <p:nvPicPr>
          <p:cNvPr id="1109" name="Graphic 1108" descr="Table outline">
            <a:extLst>
              <a:ext uri="{FF2B5EF4-FFF2-40B4-BE49-F238E27FC236}">
                <a16:creationId xmlns:a16="http://schemas.microsoft.com/office/drawing/2014/main" id="{E4873DE8-434C-AAB8-6D25-B65B8E0692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96647" y="2052787"/>
            <a:ext cx="368444" cy="368444"/>
          </a:xfrm>
          <a:prstGeom prst="rect">
            <a:avLst/>
          </a:prstGeom>
        </p:spPr>
      </p:pic>
      <p:pic>
        <p:nvPicPr>
          <p:cNvPr id="1110" name="Graphic 1109" descr="Table outline">
            <a:extLst>
              <a:ext uri="{FF2B5EF4-FFF2-40B4-BE49-F238E27FC236}">
                <a16:creationId xmlns:a16="http://schemas.microsoft.com/office/drawing/2014/main" id="{807CB083-B9B0-1D4D-0993-712AF01D11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436332" y="2052787"/>
            <a:ext cx="368444" cy="368444"/>
          </a:xfrm>
          <a:prstGeom prst="rect">
            <a:avLst/>
          </a:prstGeom>
        </p:spPr>
      </p:pic>
      <p:pic>
        <p:nvPicPr>
          <p:cNvPr id="1112" name="Graphic 1111" descr="Table outline">
            <a:extLst>
              <a:ext uri="{FF2B5EF4-FFF2-40B4-BE49-F238E27FC236}">
                <a16:creationId xmlns:a16="http://schemas.microsoft.com/office/drawing/2014/main" id="{7AE2CDA5-DFF5-1AD5-AF01-E16B8C0D09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83208" y="2052787"/>
            <a:ext cx="368444" cy="368444"/>
          </a:xfrm>
          <a:prstGeom prst="rect">
            <a:avLst/>
          </a:prstGeom>
        </p:spPr>
      </p:pic>
      <p:pic>
        <p:nvPicPr>
          <p:cNvPr id="1113" name="Graphic 1112" descr="Table outline">
            <a:extLst>
              <a:ext uri="{FF2B5EF4-FFF2-40B4-BE49-F238E27FC236}">
                <a16:creationId xmlns:a16="http://schemas.microsoft.com/office/drawing/2014/main" id="{89E01556-1E42-F2FD-8AC4-018D73A18C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32922" y="2052787"/>
            <a:ext cx="368444" cy="368444"/>
          </a:xfrm>
          <a:prstGeom prst="rect">
            <a:avLst/>
          </a:prstGeom>
        </p:spPr>
      </p:pic>
      <p:sp>
        <p:nvSpPr>
          <p:cNvPr id="1114" name="TextBox 1113">
            <a:extLst>
              <a:ext uri="{FF2B5EF4-FFF2-40B4-BE49-F238E27FC236}">
                <a16:creationId xmlns:a16="http://schemas.microsoft.com/office/drawing/2014/main" id="{8AC46241-8FBE-CD95-737F-05955D1C15FC}"/>
              </a:ext>
            </a:extLst>
          </p:cNvPr>
          <p:cNvSpPr txBox="1"/>
          <p:nvPr/>
        </p:nvSpPr>
        <p:spPr>
          <a:xfrm>
            <a:off x="2149677" y="1997311"/>
            <a:ext cx="337852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person</a:t>
            </a:r>
            <a:endParaRPr lang="de-DE" sz="700" dirty="0"/>
          </a:p>
        </p:txBody>
      </p:sp>
      <p:sp>
        <p:nvSpPr>
          <p:cNvPr id="1115" name="TextBox 1114">
            <a:extLst>
              <a:ext uri="{FF2B5EF4-FFF2-40B4-BE49-F238E27FC236}">
                <a16:creationId xmlns:a16="http://schemas.microsoft.com/office/drawing/2014/main" id="{70405244-7F3A-89F9-9741-04E7AE3B12E5}"/>
              </a:ext>
            </a:extLst>
          </p:cNvPr>
          <p:cNvSpPr txBox="1"/>
          <p:nvPr/>
        </p:nvSpPr>
        <p:spPr>
          <a:xfrm>
            <a:off x="2474996" y="2004300"/>
            <a:ext cx="337852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address</a:t>
            </a:r>
            <a:endParaRPr lang="de-DE" sz="700" dirty="0"/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E0D0935E-0EEE-0676-97D1-17A935487E8A}"/>
              </a:ext>
            </a:extLst>
          </p:cNvPr>
          <p:cNvSpPr txBox="1"/>
          <p:nvPr/>
        </p:nvSpPr>
        <p:spPr>
          <a:xfrm>
            <a:off x="2822792" y="2004861"/>
            <a:ext cx="337852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country</a:t>
            </a:r>
            <a:endParaRPr lang="de-DE" sz="700" dirty="0"/>
          </a:p>
        </p:txBody>
      </p:sp>
      <p:sp>
        <p:nvSpPr>
          <p:cNvPr id="1117" name="TextBox 1116">
            <a:extLst>
              <a:ext uri="{FF2B5EF4-FFF2-40B4-BE49-F238E27FC236}">
                <a16:creationId xmlns:a16="http://schemas.microsoft.com/office/drawing/2014/main" id="{D0A2E44F-18CB-5255-ACFC-515A2FA1C2BC}"/>
              </a:ext>
            </a:extLst>
          </p:cNvPr>
          <p:cNvSpPr txBox="1"/>
          <p:nvPr/>
        </p:nvSpPr>
        <p:spPr>
          <a:xfrm>
            <a:off x="3208570" y="1998800"/>
            <a:ext cx="337852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card</a:t>
            </a:r>
            <a:endParaRPr lang="de-DE" sz="700" dirty="0"/>
          </a:p>
        </p:txBody>
      </p:sp>
      <p:sp>
        <p:nvSpPr>
          <p:cNvPr id="1121" name="Can 1120">
            <a:extLst>
              <a:ext uri="{FF2B5EF4-FFF2-40B4-BE49-F238E27FC236}">
                <a16:creationId xmlns:a16="http://schemas.microsoft.com/office/drawing/2014/main" id="{9499EAB1-99D2-270A-F9C0-B92CA86D8164}"/>
              </a:ext>
            </a:extLst>
          </p:cNvPr>
          <p:cNvSpPr/>
          <p:nvPr/>
        </p:nvSpPr>
        <p:spPr>
          <a:xfrm rot="5400000">
            <a:off x="2405424" y="5896665"/>
            <a:ext cx="310669" cy="915333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5A00D2"/>
              </a:solidFill>
            </a:endParaRPr>
          </a:p>
        </p:txBody>
      </p:sp>
      <p:sp>
        <p:nvSpPr>
          <p:cNvPr id="1122" name="Rounded Rectangle 1121">
            <a:extLst>
              <a:ext uri="{FF2B5EF4-FFF2-40B4-BE49-F238E27FC236}">
                <a16:creationId xmlns:a16="http://schemas.microsoft.com/office/drawing/2014/main" id="{92865D4C-2265-B853-9341-48C1B2980CB7}"/>
              </a:ext>
            </a:extLst>
          </p:cNvPr>
          <p:cNvSpPr/>
          <p:nvPr/>
        </p:nvSpPr>
        <p:spPr>
          <a:xfrm>
            <a:off x="2236571" y="6267122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3" name="Rounded Rectangle 1122">
            <a:extLst>
              <a:ext uri="{FF2B5EF4-FFF2-40B4-BE49-F238E27FC236}">
                <a16:creationId xmlns:a16="http://schemas.microsoft.com/office/drawing/2014/main" id="{AB32017D-C493-1E2A-25E7-2CB6EAE121FF}"/>
              </a:ext>
            </a:extLst>
          </p:cNvPr>
          <p:cNvSpPr/>
          <p:nvPr/>
        </p:nvSpPr>
        <p:spPr>
          <a:xfrm>
            <a:off x="2494067" y="6267122"/>
            <a:ext cx="192024" cy="187452"/>
          </a:xfrm>
          <a:prstGeom prst="roundRect">
            <a:avLst/>
          </a:prstGeom>
          <a:solidFill>
            <a:srgbClr val="96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4" name="TextBox 1123">
            <a:extLst>
              <a:ext uri="{FF2B5EF4-FFF2-40B4-BE49-F238E27FC236}">
                <a16:creationId xmlns:a16="http://schemas.microsoft.com/office/drawing/2014/main" id="{E2FF550B-754C-1F60-041D-0926B06DD87D}"/>
              </a:ext>
            </a:extLst>
          </p:cNvPr>
          <p:cNvSpPr txBox="1"/>
          <p:nvPr/>
        </p:nvSpPr>
        <p:spPr>
          <a:xfrm>
            <a:off x="3117098" y="650375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84B2F201-76EC-F1C1-D2D4-8B71B596D9E2}"/>
              </a:ext>
            </a:extLst>
          </p:cNvPr>
          <p:cNvSpPr txBox="1"/>
          <p:nvPr/>
        </p:nvSpPr>
        <p:spPr>
          <a:xfrm>
            <a:off x="2052790" y="6074876"/>
            <a:ext cx="1666555" cy="19702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/>
              <a:t>priv.ref.geonames.state.v1</a:t>
            </a:r>
          </a:p>
        </p:txBody>
      </p:sp>
      <p:sp>
        <p:nvSpPr>
          <p:cNvPr id="1126" name="Rounded Rectangle 1125">
            <a:extLst>
              <a:ext uri="{FF2B5EF4-FFF2-40B4-BE49-F238E27FC236}">
                <a16:creationId xmlns:a16="http://schemas.microsoft.com/office/drawing/2014/main" id="{A101B5E3-515C-9272-89D1-39D9967557B7}"/>
              </a:ext>
            </a:extLst>
          </p:cNvPr>
          <p:cNvSpPr/>
          <p:nvPr/>
        </p:nvSpPr>
        <p:spPr>
          <a:xfrm>
            <a:off x="3389806" y="6438512"/>
            <a:ext cx="793882" cy="22985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/>
              <a:t>File to Kafka</a:t>
            </a:r>
          </a:p>
        </p:txBody>
      </p:sp>
      <p:pic>
        <p:nvPicPr>
          <p:cNvPr id="1130" name="Graphic 1129" descr="Paper outline">
            <a:extLst>
              <a:ext uri="{FF2B5EF4-FFF2-40B4-BE49-F238E27FC236}">
                <a16:creationId xmlns:a16="http://schemas.microsoft.com/office/drawing/2014/main" id="{0BC26872-8F47-87C3-64DE-DB100A77C6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17530" y="6351096"/>
            <a:ext cx="404472" cy="404472"/>
          </a:xfrm>
          <a:prstGeom prst="rect">
            <a:avLst/>
          </a:prstGeom>
        </p:spPr>
      </p:pic>
      <p:cxnSp>
        <p:nvCxnSpPr>
          <p:cNvPr id="1131" name="Straight Arrow Connector 47">
            <a:extLst>
              <a:ext uri="{FF2B5EF4-FFF2-40B4-BE49-F238E27FC236}">
                <a16:creationId xmlns:a16="http://schemas.microsoft.com/office/drawing/2014/main" id="{70932B0C-8F6A-BB6B-E0B3-EC053BF681BE}"/>
              </a:ext>
            </a:extLst>
          </p:cNvPr>
          <p:cNvCxnSpPr>
            <a:cxnSpLocks/>
            <a:stCxn id="1126" idx="1"/>
            <a:endCxn id="1121" idx="3"/>
          </p:cNvCxnSpPr>
          <p:nvPr/>
        </p:nvCxnSpPr>
        <p:spPr>
          <a:xfrm rot="10800000">
            <a:off x="2103092" y="6354333"/>
            <a:ext cx="1286714" cy="199107"/>
          </a:xfrm>
          <a:prstGeom prst="curvedConnector5">
            <a:avLst>
              <a:gd name="adj1" fmla="val 26180"/>
              <a:gd name="adj2" fmla="val -56262"/>
              <a:gd name="adj3" fmla="val 117766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7" name="Straight Arrow Connector 47">
            <a:extLst>
              <a:ext uri="{FF2B5EF4-FFF2-40B4-BE49-F238E27FC236}">
                <a16:creationId xmlns:a16="http://schemas.microsoft.com/office/drawing/2014/main" id="{C797ACBB-F68E-A456-7A83-93B85D9C6E42}"/>
              </a:ext>
            </a:extLst>
          </p:cNvPr>
          <p:cNvCxnSpPr>
            <a:cxnSpLocks/>
            <a:stCxn id="1130" idx="1"/>
            <a:endCxn id="1126" idx="3"/>
          </p:cNvCxnSpPr>
          <p:nvPr/>
        </p:nvCxnSpPr>
        <p:spPr>
          <a:xfrm rot="10800000" flipV="1">
            <a:off x="4183688" y="6553333"/>
            <a:ext cx="233842" cy="105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0" name="TextBox 1139">
            <a:extLst>
              <a:ext uri="{FF2B5EF4-FFF2-40B4-BE49-F238E27FC236}">
                <a16:creationId xmlns:a16="http://schemas.microsoft.com/office/drawing/2014/main" id="{CDC59D17-2098-B87B-E6F3-C3B8EE425B40}"/>
              </a:ext>
            </a:extLst>
          </p:cNvPr>
          <p:cNvSpPr txBox="1"/>
          <p:nvPr/>
        </p:nvSpPr>
        <p:spPr>
          <a:xfrm>
            <a:off x="4366646" y="6251567"/>
            <a:ext cx="914400" cy="122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en-US" sz="700" dirty="0"/>
              <a:t>cities1000.txt</a:t>
            </a:r>
          </a:p>
        </p:txBody>
      </p:sp>
      <p:cxnSp>
        <p:nvCxnSpPr>
          <p:cNvPr id="1151" name="Straight Arrow Connector 47">
            <a:extLst>
              <a:ext uri="{FF2B5EF4-FFF2-40B4-BE49-F238E27FC236}">
                <a16:creationId xmlns:a16="http://schemas.microsoft.com/office/drawing/2014/main" id="{322D2140-0F31-A578-E8DF-6DE7EABD138A}"/>
              </a:ext>
            </a:extLst>
          </p:cNvPr>
          <p:cNvCxnSpPr>
            <a:cxnSpLocks/>
            <a:stCxn id="1121" idx="1"/>
          </p:cNvCxnSpPr>
          <p:nvPr/>
        </p:nvCxnSpPr>
        <p:spPr>
          <a:xfrm>
            <a:off x="3018425" y="6354332"/>
            <a:ext cx="5011883" cy="12700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7" name="TextBox 1166">
            <a:extLst>
              <a:ext uri="{FF2B5EF4-FFF2-40B4-BE49-F238E27FC236}">
                <a16:creationId xmlns:a16="http://schemas.microsoft.com/office/drawing/2014/main" id="{BF2DDE25-B3F9-C4A7-BAB5-74EBAEDDE55E}"/>
              </a:ext>
            </a:extLst>
          </p:cNvPr>
          <p:cNvSpPr txBox="1"/>
          <p:nvPr/>
        </p:nvSpPr>
        <p:spPr>
          <a:xfrm>
            <a:off x="13675750" y="5308367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endParaRPr lang="de-DE" dirty="0"/>
          </a:p>
        </p:txBody>
      </p:sp>
      <p:sp>
        <p:nvSpPr>
          <p:cNvPr id="2" name="Can 1">
            <a:extLst>
              <a:ext uri="{FF2B5EF4-FFF2-40B4-BE49-F238E27FC236}">
                <a16:creationId xmlns:a16="http://schemas.microsoft.com/office/drawing/2014/main" id="{DF5D74C1-5BE8-25AF-0373-B8188FED763F}"/>
              </a:ext>
            </a:extLst>
          </p:cNvPr>
          <p:cNvSpPr/>
          <p:nvPr/>
        </p:nvSpPr>
        <p:spPr>
          <a:xfrm>
            <a:off x="2209975" y="5347947"/>
            <a:ext cx="676093" cy="253790"/>
          </a:xfrm>
          <a:prstGeom prst="ca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r>
              <a:rPr lang="en-GB" sz="700" b="1" dirty="0"/>
              <a:t>RDBMS</a:t>
            </a:r>
            <a:endParaRPr lang="en-GB" sz="800" b="1" dirty="0"/>
          </a:p>
        </p:txBody>
      </p:sp>
      <p:pic>
        <p:nvPicPr>
          <p:cNvPr id="10" name="Graphic 9" descr="Table outline">
            <a:extLst>
              <a:ext uri="{FF2B5EF4-FFF2-40B4-BE49-F238E27FC236}">
                <a16:creationId xmlns:a16="http://schemas.microsoft.com/office/drawing/2014/main" id="{BC693D5E-05BE-72A4-6B74-3F8A672E16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58053" y="5660742"/>
            <a:ext cx="334949" cy="33494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ABE9D0F-8262-EC36-B19A-9940F6C8768E}"/>
              </a:ext>
            </a:extLst>
          </p:cNvPr>
          <p:cNvSpPr txBox="1"/>
          <p:nvPr/>
        </p:nvSpPr>
        <p:spPr>
          <a:xfrm>
            <a:off x="2368948" y="5607357"/>
            <a:ext cx="337852" cy="1791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de-DE" sz="700" dirty="0" err="1"/>
              <a:t>merchant</a:t>
            </a:r>
            <a:endParaRPr lang="de-DE" sz="700" dirty="0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7CA2075-0D6A-DDED-E2C3-13B219CFFA4D}"/>
              </a:ext>
            </a:extLst>
          </p:cNvPr>
          <p:cNvSpPr/>
          <p:nvPr/>
        </p:nvSpPr>
        <p:spPr>
          <a:xfrm>
            <a:off x="3196847" y="5369711"/>
            <a:ext cx="659078" cy="2061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/>
              <a:t>CDC</a:t>
            </a:r>
          </a:p>
        </p:txBody>
      </p:sp>
      <p:cxnSp>
        <p:nvCxnSpPr>
          <p:cNvPr id="29" name="Straight Arrow Connector 47">
            <a:extLst>
              <a:ext uri="{FF2B5EF4-FFF2-40B4-BE49-F238E27FC236}">
                <a16:creationId xmlns:a16="http://schemas.microsoft.com/office/drawing/2014/main" id="{AE79C14D-78A0-A7DD-3FC8-4C0102233944}"/>
              </a:ext>
            </a:extLst>
          </p:cNvPr>
          <p:cNvCxnSpPr>
            <a:cxnSpLocks/>
            <a:stCxn id="2" idx="4"/>
            <a:endCxn id="24" idx="1"/>
          </p:cNvCxnSpPr>
          <p:nvPr/>
        </p:nvCxnSpPr>
        <p:spPr>
          <a:xfrm flipV="1">
            <a:off x="2886068" y="5472786"/>
            <a:ext cx="310779" cy="2056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47">
            <a:extLst>
              <a:ext uri="{FF2B5EF4-FFF2-40B4-BE49-F238E27FC236}">
                <a16:creationId xmlns:a16="http://schemas.microsoft.com/office/drawing/2014/main" id="{92FCFC25-735F-9313-26FD-71BE22717799}"/>
              </a:ext>
            </a:extLst>
          </p:cNvPr>
          <p:cNvCxnSpPr>
            <a:cxnSpLocks/>
            <a:stCxn id="24" idx="3"/>
            <a:endCxn id="70" idx="3"/>
          </p:cNvCxnSpPr>
          <p:nvPr/>
        </p:nvCxnSpPr>
        <p:spPr>
          <a:xfrm flipV="1">
            <a:off x="3855925" y="5472472"/>
            <a:ext cx="344870" cy="314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47">
            <a:extLst>
              <a:ext uri="{FF2B5EF4-FFF2-40B4-BE49-F238E27FC236}">
                <a16:creationId xmlns:a16="http://schemas.microsoft.com/office/drawing/2014/main" id="{78D20E2F-262A-3866-C7EF-A7514997369F}"/>
              </a:ext>
            </a:extLst>
          </p:cNvPr>
          <p:cNvCxnSpPr>
            <a:cxnSpLocks/>
            <a:stCxn id="8" idx="1"/>
            <a:endCxn id="68" idx="1"/>
          </p:cNvCxnSpPr>
          <p:nvPr/>
        </p:nvCxnSpPr>
        <p:spPr>
          <a:xfrm>
            <a:off x="4378923" y="1548934"/>
            <a:ext cx="1385736" cy="2379367"/>
          </a:xfrm>
          <a:prstGeom prst="curvedConnector3">
            <a:avLst>
              <a:gd name="adj1" fmla="val 50000"/>
            </a:avLst>
          </a:prstGeom>
          <a:ln>
            <a:solidFill>
              <a:srgbClr val="5A00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5326604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ure 2020">
  <a:themeElements>
    <a:clrScheme name="Accenture 2020">
      <a:dk1>
        <a:srgbClr val="000000"/>
      </a:dk1>
      <a:lt1>
        <a:srgbClr val="FFFFFF"/>
      </a:lt1>
      <a:dk2>
        <a:srgbClr val="96968C"/>
      </a:dk2>
      <a:lt2>
        <a:srgbClr val="E6E6DC"/>
      </a:lt2>
      <a:accent1>
        <a:srgbClr val="A100FF"/>
      </a:accent1>
      <a:accent2>
        <a:srgbClr val="7500C0"/>
      </a:accent2>
      <a:accent3>
        <a:srgbClr val="460073"/>
      </a:accent3>
      <a:accent4>
        <a:srgbClr val="B455AA"/>
      </a:accent4>
      <a:accent5>
        <a:srgbClr val="BE82FF"/>
      </a:accent5>
      <a:accent6>
        <a:srgbClr val="DCAFFF"/>
      </a:accent6>
      <a:hlink>
        <a:srgbClr val="A100FF"/>
      </a:hlink>
      <a:folHlink>
        <a:srgbClr val="7500C0"/>
      </a:folHlink>
    </a:clrScheme>
    <a:fontScheme name="Acc_Fonts_Arial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custClrLst>
    <a:custClr name="Accent Purple 1">
      <a:srgbClr val="B455AA"/>
    </a:custClr>
    <a:custClr name="Accent Purple 2">
      <a:srgbClr val="A055F5"/>
    </a:custClr>
    <a:custClr name="Accent Purple 3">
      <a:srgbClr val="BE82FF"/>
    </a:custClr>
    <a:custClr name="Accent Purple 4">
      <a:srgbClr val="DCAFFF"/>
    </a:custClr>
    <a:custClr name="Accent Purple 5">
      <a:srgbClr val="E6DC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ue">
      <a:srgbClr val="0041F0"/>
    </a:custClr>
    <a:custClr name="Light Blue">
      <a:srgbClr val="00FFFF"/>
    </a:custClr>
    <a:custClr name="Green">
      <a:srgbClr val="64FF50"/>
    </a:custClr>
    <a:custClr name="Blue Green">
      <a:srgbClr val="05F0A5"/>
    </a:custClr>
    <a:custClr name="Red">
      <a:srgbClr val="FF3246"/>
    </a:custClr>
    <a:custClr name="Pink">
      <a:srgbClr val="FF50A0"/>
    </a:custClr>
    <a:custClr name="Orange">
      <a:srgbClr val="FF7800"/>
    </a:custClr>
    <a:custClr name="Yellow">
      <a:srgbClr val="FFEB32"/>
    </a:custClr>
    <a:custClr name="BLANK">
      <a:srgbClr val="FFFFFF"/>
    </a:custClr>
    <a:custClr name="BLANK">
      <a:srgbClr val="FFFFFF"/>
    </a:custClr>
  </a:custClrLst>
  <a:extLst>
    <a:ext uri="{05A4C25C-085E-4340-85A3-A5531E510DB2}">
      <thm15:themeFamily xmlns:thm15="http://schemas.microsoft.com/office/thememl/2012/main" name="Acc_PPT_IMP_Tmplt_Arial_Fixed-Accessibility_2024" id="{933D12F4-E6D8-2544-BB9E-9972CA3939D1}" vid="{E17AB01B-D3BF-AE46-80F5-E0B27047D7E1}"/>
    </a:ext>
  </a:extLst>
</a:theme>
</file>

<file path=ppt/theme/theme2.xml><?xml version="1.0" encoding="utf-8"?>
<a:theme xmlns:a="http://schemas.openxmlformats.org/drawingml/2006/main" name="Office Theme">
  <a:themeElements>
    <a:clrScheme name="Acc_Colors_2020">
      <a:dk1>
        <a:srgbClr val="000000"/>
      </a:dk1>
      <a:lt1>
        <a:srgbClr val="FFFFFF"/>
      </a:lt1>
      <a:dk2>
        <a:srgbClr val="96968C"/>
      </a:dk2>
      <a:lt2>
        <a:srgbClr val="E6E6DC"/>
      </a:lt2>
      <a:accent1>
        <a:srgbClr val="A100FF"/>
      </a:accent1>
      <a:accent2>
        <a:srgbClr val="7500C0"/>
      </a:accent2>
      <a:accent3>
        <a:srgbClr val="460073"/>
      </a:accent3>
      <a:accent4>
        <a:srgbClr val="B455AA"/>
      </a:accent4>
      <a:accent5>
        <a:srgbClr val="BE82FF"/>
      </a:accent5>
      <a:accent6>
        <a:srgbClr val="DCAFFF"/>
      </a:accent6>
      <a:hlink>
        <a:srgbClr val="A100FF"/>
      </a:hlink>
      <a:folHlink>
        <a:srgbClr val="7500C0"/>
      </a:folHlink>
    </a:clrScheme>
    <a:fontScheme name="Acc_Fonts_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39EF807C2354943A31A31FB9E6B8A38" ma:contentTypeVersion="2" ma:contentTypeDescription="Create a new document." ma:contentTypeScope="" ma:versionID="f03a519f31e72ece704f842ab0e4ba72">
  <xsd:schema xmlns:xsd="http://www.w3.org/2001/XMLSchema" xmlns:xs="http://www.w3.org/2001/XMLSchema" xmlns:p="http://schemas.microsoft.com/office/2006/metadata/properties" xmlns:ns2="5d757215-fbc3-4533-822f-84ec73f97a40" targetNamespace="http://schemas.microsoft.com/office/2006/metadata/properties" ma:root="true" ma:fieldsID="1cb72d0557a9ded9ba0b46b2c3d18190" ns2:_="">
    <xsd:import namespace="5d757215-fbc3-4533-822f-84ec73f97a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757215-fbc3-4533-822f-84ec73f97a4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6E8BD94-4C5F-4212-A7B2-A3B2366772F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d757215-fbc3-4533-822f-84ec73f97a4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9831B46-6CD1-40D2-9FB5-3E58559F90A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6BFFC05-B2F6-4CED-BE65-F75B1EB7AD7B}">
  <ds:schemaRefs>
    <ds:schemaRef ds:uri="http://purl.org/dc/dcmitype/"/>
    <ds:schemaRef ds:uri="http://purl.org/dc/terms/"/>
    <ds:schemaRef ds:uri="http://purl.org/dc/elements/1.1/"/>
    <ds:schemaRef ds:uri="http://schemas.microsoft.com/office/2006/metadata/properties"/>
    <ds:schemaRef ds:uri="http://schemas.microsoft.com/office/2006/documentManagement/types"/>
    <ds:schemaRef ds:uri="f09dec34-126f-4759-b06d-a920de720ce4"/>
    <ds:schemaRef ds:uri="http://schemas.openxmlformats.org/package/2006/metadata/core-properties"/>
    <ds:schemaRef ds:uri="http://schemas.microsoft.com/office/infopath/2007/PartnerControls"/>
    <ds:schemaRef ds:uri="17c09f85-56e7-4417-b5d2-7fa4154de313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Accenture 2020</Template>
  <TotalTime>2141</TotalTime>
  <Words>280</Words>
  <Application>Microsoft Macintosh PowerPoint</Application>
  <PresentationFormat>Custom</PresentationFormat>
  <Paragraphs>81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Arial Black</vt:lpstr>
      <vt:lpstr>Palatino Linotype</vt:lpstr>
      <vt:lpstr>System Font</vt:lpstr>
      <vt:lpstr>Accenture 2020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Accenture PowerPoint Template 16x9 Arial</dc:subject>
  <dc:creator>Schmutz Guido</dc:creator>
  <cp:lastModifiedBy>Schmutz Guido</cp:lastModifiedBy>
  <cp:revision>10</cp:revision>
  <cp:lastPrinted>2020-11-17T04:05:48Z</cp:lastPrinted>
  <dcterms:created xsi:type="dcterms:W3CDTF">2026-04-07T12:52:27Z</dcterms:created>
  <dcterms:modified xsi:type="dcterms:W3CDTF">2026-09-10T13:40:44Z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0x010100339EF807C2354943A31A31FB9E6B8A38</vt:lpwstr>
  </property>
  <property fmtid="{D5CDD505-2E9C-101B-9397-08002B2CF9AE}" pid="3" name="MSIP_Label_84632a45-2c5b-48ac-84ab-9b136753159c_Enabled">
    <vt:lpwstr>true</vt:lpwstr>
  </property>
  <property fmtid="{D5CDD505-2E9C-101B-9397-08002B2CF9AE}" pid="4" name="MSIP_Label_84632a45-2c5b-48ac-84ab-9b136753159c_SetDate">
    <vt:lpwstr>2026-09-06T13:22:45Z</vt:lpwstr>
  </property>
  <property fmtid="{D5CDD505-2E9C-101B-9397-08002B2CF9AE}" pid="5" name="MSIP_Label_84632a45-2c5b-48ac-84ab-9b136753159c_Method">
    <vt:lpwstr>Standard</vt:lpwstr>
  </property>
  <property fmtid="{D5CDD505-2E9C-101B-9397-08002B2CF9AE}" pid="6" name="MSIP_Label_84632a45-2c5b-48ac-84ab-9b136753159c_Name">
    <vt:lpwstr>Intern</vt:lpwstr>
  </property>
  <property fmtid="{D5CDD505-2E9C-101B-9397-08002B2CF9AE}" pid="7" name="MSIP_Label_84632a45-2c5b-48ac-84ab-9b136753159c_SiteId">
    <vt:lpwstr>d6a1cf8c-768e-4187-a738-b6e50c4deb4a</vt:lpwstr>
  </property>
  <property fmtid="{D5CDD505-2E9C-101B-9397-08002B2CF9AE}" pid="8" name="MSIP_Label_84632a45-2c5b-48ac-84ab-9b136753159c_ActionId">
    <vt:lpwstr>0eba8cc7-ba12-499b-a6e4-982ec8eae583</vt:lpwstr>
  </property>
  <property fmtid="{D5CDD505-2E9C-101B-9397-08002B2CF9AE}" pid="9" name="MSIP_Label_84632a45-2c5b-48ac-84ab-9b136753159c_ContentBits">
    <vt:lpwstr>0</vt:lpwstr>
  </property>
  <property fmtid="{D5CDD505-2E9C-101B-9397-08002B2CF9AE}" pid="10" name="MSIP_Label_84632a45-2c5b-48ac-84ab-9b136753159c_Tag">
    <vt:lpwstr>50, 3, 0, 1</vt:lpwstr>
  </property>
</Properties>
</file>