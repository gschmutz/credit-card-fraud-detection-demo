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351" r:id="rId5"/>
  </p:sldIdLst>
  <p:sldSz cx="19046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59D8547F-B3C6-41B7-AC15-B21357C26C2E}">
          <p14:sldIdLst>
            <p14:sldId id="351"/>
          </p14:sldIdLst>
        </p14:section>
        <p14:section name="Title/intro examples" id="{EAFC2341-9A9E-4C28-BFFA-6B825D0AC4BA}">
          <p14:sldIdLst/>
        </p14:section>
        <p14:section name="Section divider examples" id="{A9F40A45-B498-491F-B229-1F4185ACF804}">
          <p14:sldIdLst/>
        </p14:section>
        <p14:section name="Content slide examples" id="{C335665F-6942-4633-9A59-9BC53EDA1E36}">
          <p14:sldIdLst/>
        </p14:section>
        <p14:section name="Closing slide example" id="{11C5BCDD-05AC-405B-8582-D9D1C38F3D1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EB81"/>
    <a:srgbClr val="E6DCFF"/>
    <a:srgbClr val="0041F0"/>
    <a:srgbClr val="DCAFFF"/>
    <a:srgbClr val="FF50A0"/>
    <a:srgbClr val="FF3246"/>
    <a:srgbClr val="00FFFF"/>
    <a:srgbClr val="D4D4D4"/>
    <a:srgbClr val="BE8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A0BC3CC4-8867-4C89-9D3F-A6A6B9ED4035}">
  <a:tblStyle styleId="{A0BC3CC4-8867-4C89-9D3F-A6A6B9ED4035}" styleName="Acc_Table_1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solidFill>
                <a:srgbClr val="FFFFFF"/>
              </a:solidFill>
            </a:ln>
          </a:left>
          <a:right>
            <a:ln w="0" cmpd="sng">
              <a:solidFill>
                <a:srgbClr val="FFFFFF"/>
              </a:solidFill>
            </a:ln>
          </a:right>
          <a:top>
            <a:ln w="0" cmpd="sng">
              <a:solidFill>
                <a:srgbClr val="FFFFFF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6350" cmpd="sng">
              <a:solidFill>
                <a:srgbClr val="D9D9D9"/>
              </a:solidFill>
            </a:ln>
          </a:insideH>
          <a:insideV>
            <a:ln w="6350" cmpd="sng">
              <a:solidFill>
                <a:srgbClr val="D9D9D9"/>
              </a:solidFill>
            </a:ln>
          </a:insideV>
        </a:tcBdr>
        <a:fill>
          <a:noFill/>
        </a:fill>
      </a:tcStyle>
    </a:wholeTbl>
    <a:band1H>
      <a:tcTxStyle>
        <a:fontRef idx="minor">
          <a:prstClr val="black"/>
        </a:fontRef>
        <a:schemeClr val="dk1"/>
      </a:tcTxStyle>
      <a:tcStyle>
        <a:tcBdr/>
        <a:fill>
          <a:solidFill>
            <a:srgbClr val="F2F2F2"/>
          </a:solidFill>
        </a:fill>
      </a:tcStyle>
    </a:band1H>
    <a:band1V>
      <a:tcTxStyle>
        <a:fontRef idx="minor">
          <a:prstClr val="black"/>
        </a:fontRef>
        <a:schemeClr val="dk1"/>
      </a:tcTxStyle>
      <a:tcStyle>
        <a:tcBdr/>
        <a:fill>
          <a:solidFill>
            <a:srgbClr val="F2F2F2"/>
          </a:solidFill>
        </a:fill>
      </a:tcStyle>
    </a:band1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/>
      </a:tcStyle>
    </a:lastRow>
    <a:firstRow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04" autoAdjust="0"/>
    <p:restoredTop sz="94645" autoAdjust="0"/>
  </p:normalViewPr>
  <p:slideViewPr>
    <p:cSldViewPr snapToGrid="0" showGuides="1">
      <p:cViewPr varScale="1">
        <p:scale>
          <a:sx n="100" d="100"/>
          <a:sy n="100" d="100"/>
        </p:scale>
        <p:origin x="160" y="12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516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828800" cy="2123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027613" y="0"/>
            <a:ext cx="1828800" cy="2123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fld id="{1DE7078C-3525-4C9B-BF62-C9FD13B9A875}" type="datetimeFigureOut">
              <a:rPr lang="en-US" smtClean="0"/>
              <a:pPr/>
              <a:t>4/8/26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79525" y="274638"/>
            <a:ext cx="7394575" cy="2662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0206" y="2999605"/>
            <a:ext cx="6751750" cy="586989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-1" y="8923817"/>
            <a:ext cx="6217919" cy="21237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399213" y="8917749"/>
            <a:ext cx="457200" cy="2184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fld id="{436E8A87-18DA-4CCE-A8C2-BDBC489258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384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12713" indent="-112713" algn="l" defTabSz="914400" rtl="0" eaLnBrk="1" latinLnBrk="0" hangingPunct="1">
      <a:buFont typeface="Arial" panose="020B0604020202020204" pitchFamily="34" charset="0"/>
      <a:buChar char="•"/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30188" indent="-112713" algn="l">
      <a:buFont typeface="Arial" panose="020B0604020202020204" pitchFamily="34" charset="0"/>
      <a:buChar char="•"/>
      <a:defRPr sz="1000">
        <a:latin typeface="+mn-lt"/>
      </a:defRPr>
    </a:lvl2pPr>
    <a:lvl3pPr marL="342900" indent="-112713" algn="l">
      <a:buFont typeface="Arial" panose="020B0604020202020204" pitchFamily="34" charset="0"/>
      <a:buChar char="•"/>
      <a:defRPr sz="900">
        <a:latin typeface="+mn-lt"/>
      </a:defRPr>
    </a:lvl3pPr>
    <a:lvl4pPr marL="460375" indent="-112713" algn="l">
      <a:buFont typeface="Arial" panose="020B0604020202020204" pitchFamily="34" charset="0"/>
      <a:buChar char="•"/>
      <a:defRPr sz="800">
        <a:latin typeface="+mn-lt"/>
      </a:defRPr>
    </a:lvl4pPr>
    <a:lvl5pPr marL="571500" indent="-112713" algn="l">
      <a:buFont typeface="Arial" panose="020B0604020202020204" pitchFamily="34" charset="0"/>
      <a:buChar char="•"/>
      <a:defRPr sz="800">
        <a:latin typeface="+mn-lt"/>
      </a:defRPr>
    </a:lvl5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centere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23743" y="2318273"/>
            <a:ext cx="10999344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F21F7E-CEFA-4A8F-862E-8631C40CEA2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sz="800" noProof="0" dirty="0"/>
              <a:t>Format Background… &gt; Picture or texture fill &gt; Set to one of the dark or mid gradient options</a:t>
            </a:r>
            <a:endParaRPr lang="en-US" sz="800" noProof="0" dirty="0"/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494AA491-F1F8-4D38-B722-DB2F38B198B8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9028786" y="5382386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671455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5999" userDrawn="1">
          <p15:clr>
            <a:srgbClr val="C35EA4"/>
          </p15:clr>
        </p15:guide>
        <p15:guide id="3" orient="horz" pos="3608" userDrawn="1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Logo centere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23743" y="2318273"/>
            <a:ext cx="10999344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sz="800" noProof="0" dirty="0"/>
              <a:t>Format Background… &gt; Picture or texture fill &gt; Set to one of the dark or mid gradient options</a:t>
            </a:r>
            <a:endParaRPr lang="en-US" sz="800" noProof="0" dirty="0"/>
          </a:p>
        </p:txBody>
      </p:sp>
      <p:grpSp>
        <p:nvGrpSpPr>
          <p:cNvPr id="12" name="Logo_WH" descr="Accenture logo in white">
            <a:extLst>
              <a:ext uri="{FF2B5EF4-FFF2-40B4-BE49-F238E27FC236}">
                <a16:creationId xmlns:a16="http://schemas.microsoft.com/office/drawing/2014/main" id="{0D82E30B-4E95-4B73-9014-71990AE21DB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8052043" y="5374204"/>
            <a:ext cx="2942734" cy="496247"/>
            <a:chOff x="1561" y="187"/>
            <a:chExt cx="4536" cy="119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008CD909-AC78-4980-BB04-8608F18CDC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8B5D8E88-5919-40A0-A4A4-2E6587AD68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4700557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98" userDrawn="1">
          <p15:clr>
            <a:srgbClr val="C35EA4"/>
          </p15:clr>
        </p15:guide>
        <p15:guide id="2" pos="5999" userDrawn="1">
          <p15:clr>
            <a:srgbClr val="C35EA4"/>
          </p15:clr>
        </p15:guide>
        <p15:guide id="3" orient="horz" pos="2160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Key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invGray">
          <a:xfrm>
            <a:off x="0" y="0"/>
            <a:ext cx="19046825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7221921" y="0"/>
            <a:ext cx="1122969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2" y="2318273"/>
            <a:ext cx="10999344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 72pt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>
          <a:xfrm>
            <a:off x="7015581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1870882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left-image bkg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3E7551B-7F86-46D2-A90B-DF5CC30BDF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2" y="2318273"/>
            <a:ext cx="10999344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 72pt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>
          <a:xfrm>
            <a:off x="7015581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sz="1800" noProof="0" dirty="0"/>
          </a:p>
        </p:txBody>
      </p:sp>
      <p:sp>
        <p:nvSpPr>
          <p:cNvPr id="6" name="GTS_WH" descr="Accenture Greater Than symbol in white">
            <a:extLst>
              <a:ext uri="{FF2B5EF4-FFF2-40B4-BE49-F238E27FC236}">
                <a16:creationId xmlns:a16="http://schemas.microsoft.com/office/drawing/2014/main" id="{5820492B-C4D2-42F2-B2B8-CB1CE70F894B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213" y="5607812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715861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blackGray">
          <a:xfrm>
            <a:off x="0" y="0"/>
            <a:ext cx="19046825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7221921" y="0"/>
            <a:ext cx="11229691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5214" y="5282245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5214" y="5527522"/>
            <a:ext cx="4846090" cy="784378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5214" y="1429154"/>
            <a:ext cx="8049115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14" y="3871190"/>
            <a:ext cx="8049115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b="0" i="0" kern="1200" spc="0" dirty="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1D1C16-1E67-46BA-A7F0-31738E52069F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606091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14882" y="1336294"/>
            <a:ext cx="12417061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100368" y="4501939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00368" y="4747217"/>
            <a:ext cx="4846090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4884" y="3866920"/>
            <a:ext cx="12417061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C0C86-80A9-481C-A2D5-6F509B89192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GTS_WH" descr="Accenture Greater Than symbol in white">
            <a:extLst>
              <a:ext uri="{FF2B5EF4-FFF2-40B4-BE49-F238E27FC236}">
                <a16:creationId xmlns:a16="http://schemas.microsoft.com/office/drawing/2014/main" id="{C703F910-26EC-4B07-B522-B28DEB82C3EA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9028786" y="5382386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257348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05" userDrawn="1">
          <p15:clr>
            <a:srgbClr val="C35EA4"/>
          </p15:clr>
        </p15:guide>
        <p15:guide id="2" pos="5999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14882" y="1336294"/>
            <a:ext cx="12417061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100368" y="4501939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00368" y="4747217"/>
            <a:ext cx="4846090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4884" y="3866920"/>
            <a:ext cx="12417061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481612-058D-4A52-B93E-53E75F305C81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8" name="Logo_WH" descr="Accenture logo in white">
            <a:extLst>
              <a:ext uri="{FF2B5EF4-FFF2-40B4-BE49-F238E27FC236}">
                <a16:creationId xmlns:a16="http://schemas.microsoft.com/office/drawing/2014/main" id="{C6212C50-BB96-4C0C-BC89-2B3C8082149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8052043" y="5374204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5A65B91D-87CB-4DC8-B4B1-CE82A8E5C6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E102C68A-98DA-4EBB-AAFF-D0C6E56ADE1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14305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96" userDrawn="1">
          <p15:clr>
            <a:srgbClr val="C35EA4"/>
          </p15:clr>
        </p15:guide>
        <p15:guide id="2" pos="5999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FBD97-7A23-4453-9DFC-F825350AF9B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8" name="Logo_WH" descr="Accenture logo in white">
            <a:extLst>
              <a:ext uri="{FF2B5EF4-FFF2-40B4-BE49-F238E27FC236}">
                <a16:creationId xmlns:a16="http://schemas.microsoft.com/office/drawing/2014/main" id="{1A7501AC-E717-4CB3-89D9-DEE7B06E1876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4299512" y="5815655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E84F1646-52FE-4716-AED1-FE252A8E05E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15FBA828-A6EE-4CDC-A2F1-52C5DC0E3C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07856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5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0449E654-6B6A-44E6-852C-967C3EDDCA2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95216" y="4190668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9" name="GTS_WH" descr="Accenture Greater Than symbol in white">
            <a:extLst>
              <a:ext uri="{FF2B5EF4-FFF2-40B4-BE49-F238E27FC236}">
                <a16:creationId xmlns:a16="http://schemas.microsoft.com/office/drawing/2014/main" id="{08C622A3-6AC3-418E-A8AE-75B117754CFC}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595217" y="5607811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7265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6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12688DA9-25EC-4AC3-AD0E-0CC139E1167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5216" y="4190292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464481-354D-44BF-B8B2-E0AFA2830FD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9" name="Logo_WH" descr="Accenture logo in white">
            <a:extLst>
              <a:ext uri="{FF2B5EF4-FFF2-40B4-BE49-F238E27FC236}">
                <a16:creationId xmlns:a16="http://schemas.microsoft.com/office/drawing/2014/main" id="{BA79480B-BE6F-49EC-829D-D8AF858ABFD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595216" y="5815655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80D6DAB6-FE72-4647-9B94-83468BA6B4A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6961114-35B1-4F8E-96CC-0CA3D18133F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160501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7 Acquisition+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84A5767-82AC-46A2-88DD-C31D51E1CB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1322687"/>
            <a:ext cx="8928199" cy="176972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33273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670855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425575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3" name="Picture Placeholder 11" descr="Image placeholder for client logo">
            <a:extLst>
              <a:ext uri="{FF2B5EF4-FFF2-40B4-BE49-F238E27FC236}">
                <a16:creationId xmlns:a16="http://schemas.microsoft.com/office/drawing/2014/main" id="{9B6BF12D-A981-4F4E-B8F1-FF12DC840F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5216" y="5326818"/>
            <a:ext cx="2943624" cy="985085"/>
          </a:xfr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659D61A8-47A5-47C2-A85A-BCCCBE83C91F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95217" y="381001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443005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18ECE-32D7-4F71-A6CA-1144DA38ED6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grpSp>
        <p:nvGrpSpPr>
          <p:cNvPr id="8" name="Logo_BL" descr="Accenture logo in black and purple">
            <a:extLst>
              <a:ext uri="{FF2B5EF4-FFF2-40B4-BE49-F238E27FC236}">
                <a16:creationId xmlns:a16="http://schemas.microsoft.com/office/drawing/2014/main" id="{35D3F8C8-B2E5-431B-9639-9F05530860E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4290091" y="5815545"/>
            <a:ext cx="2942734" cy="496357"/>
            <a:chOff x="2387" y="1701"/>
            <a:chExt cx="4535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D7BAC9-11D9-4846-95CD-5C2B8271475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1CAEDE4E-DAF3-4FBC-BAEB-E0C26C20EB9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85539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2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0449E654-6B6A-44E6-852C-967C3EDDCA2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bg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95216" y="4190668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10" name="Graphic 9" descr="Accenture Greater Than symbol in purple">
            <a:extLst>
              <a:ext uri="{FF2B5EF4-FFF2-40B4-BE49-F238E27FC236}">
                <a16:creationId xmlns:a16="http://schemas.microsoft.com/office/drawing/2014/main" id="{299A6723-3F53-4981-840E-D1D62874F6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7769" y="5607811"/>
            <a:ext cx="1002180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5621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3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38B557E5-FD3E-49D7-8F2D-F2CFBA8CA1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384048"/>
            <a:ext cx="8928199" cy="2478024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434843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190292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grpSp>
        <p:nvGrpSpPr>
          <p:cNvPr id="10" name="Logo_BL" descr="Accenture logo in black and purple">
            <a:extLst>
              <a:ext uri="{FF2B5EF4-FFF2-40B4-BE49-F238E27FC236}">
                <a16:creationId xmlns:a16="http://schemas.microsoft.com/office/drawing/2014/main" id="{854C139D-5D17-4D1A-87BD-07B345E2E5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216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6073E091-2A74-4D4D-8C42-D39E8FD65A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DB984E3-DACF-4D7C-B5E4-08F21BF138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851964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4 Acquisi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31B51-29F3-4C51-AE6C-41E7796F9933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12" name="Picture Placeholder 11" descr="Image placeholder for client logo">
            <a:extLst>
              <a:ext uri="{FF2B5EF4-FFF2-40B4-BE49-F238E27FC236}">
                <a16:creationId xmlns:a16="http://schemas.microsoft.com/office/drawing/2014/main" id="{75547ED6-CAEB-47AC-A74D-49C552BD6F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307643" y="771529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9" name="Logo_BL" descr="Accenture logo in black and purple">
            <a:extLst>
              <a:ext uri="{FF2B5EF4-FFF2-40B4-BE49-F238E27FC236}">
                <a16:creationId xmlns:a16="http://schemas.microsoft.com/office/drawing/2014/main" id="{1C5BF709-3623-4620-9FF0-B8F8076A8B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4290091" y="5815545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C7B64CB8-485B-4A84-AF6D-C9EF2955140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74AE1E9A-205A-4C25-A6CD-8452DDD2990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0988493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5 Acquisi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2"/>
            <a:ext cx="10755334" cy="733891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4734391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4979668"/>
            <a:ext cx="6428301" cy="548640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31B51-29F3-4C51-AE6C-41E7796F9933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12" name="Picture Placeholder 11" descr="Image placeholder for client logo">
            <a:extLst>
              <a:ext uri="{FF2B5EF4-FFF2-40B4-BE49-F238E27FC236}">
                <a16:creationId xmlns:a16="http://schemas.microsoft.com/office/drawing/2014/main" id="{75547ED6-CAEB-47AC-A74D-49C552BD6F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307643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9" name="Logo_BL" descr="Accenture logo in black and purple">
            <a:extLst>
              <a:ext uri="{FF2B5EF4-FFF2-40B4-BE49-F238E27FC236}">
                <a16:creationId xmlns:a16="http://schemas.microsoft.com/office/drawing/2014/main" id="{8D3E8DD1-C700-46AC-AA94-9072B0F3175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795159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799A1684-BC33-4579-B840-616EB6D11E8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5AD5E73-6E1C-44F8-9F73-9F3D4F6DF76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2237294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6 Acquisition+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38B557E5-FD3E-49D7-8F2D-F2CFBA8CA1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384048"/>
            <a:ext cx="8928199" cy="2478024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434843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206240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Picture Placeholder 11" descr="Image placeholder for client logo">
            <a:extLst>
              <a:ext uri="{FF2B5EF4-FFF2-40B4-BE49-F238E27FC236}">
                <a16:creationId xmlns:a16="http://schemas.microsoft.com/office/drawing/2014/main" id="{FFB79963-9269-41F8-B968-34FCB68C87F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5507987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10" name="Logo_BL" descr="Accenture logo in black and purple">
            <a:extLst>
              <a:ext uri="{FF2B5EF4-FFF2-40B4-BE49-F238E27FC236}">
                <a16:creationId xmlns:a16="http://schemas.microsoft.com/office/drawing/2014/main" id="{854C139D-5D17-4D1A-87BD-07B345E2E5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216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6073E091-2A74-4D4D-8C42-D39E8FD65A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DB984E3-DACF-4D7C-B5E4-08F21BF138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025906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7 Acquisition+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715308A-2B7A-4485-A51C-F3F23FC426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1322687"/>
            <a:ext cx="8928199" cy="176972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33273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670855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425575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pic>
        <p:nvPicPr>
          <p:cNvPr id="5" name="Graphic 4" descr="Accenture Greater Than symbol in purple">
            <a:extLst>
              <a:ext uri="{FF2B5EF4-FFF2-40B4-BE49-F238E27FC236}">
                <a16:creationId xmlns:a16="http://schemas.microsoft.com/office/drawing/2014/main" id="{8DD1DFCC-5489-470C-84F4-93032F096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7769" y="382725"/>
            <a:ext cx="1002180" cy="704088"/>
          </a:xfrm>
          <a:prstGeom prst="rect">
            <a:avLst/>
          </a:prstGeom>
        </p:spPr>
      </p:pic>
      <p:sp>
        <p:nvSpPr>
          <p:cNvPr id="13" name="Picture Placeholder 11" descr="Image placeholder for client logo">
            <a:extLst>
              <a:ext uri="{FF2B5EF4-FFF2-40B4-BE49-F238E27FC236}">
                <a16:creationId xmlns:a16="http://schemas.microsoft.com/office/drawing/2014/main" id="{05B9195C-3F7A-4A18-80FA-FB81E2ECDE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5216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355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ccenture Gradient Dark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8"/>
          <a:stretch/>
        </p:blipFill>
        <p:spPr bwMode="invGray">
          <a:xfrm>
            <a:off x="1851" y="0"/>
            <a:ext cx="19043123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85640" y="4610102"/>
            <a:ext cx="7737773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0713839" y="381002"/>
            <a:ext cx="7737773" cy="5703315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3" y="381000"/>
            <a:ext cx="7737771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4B2379EA-B598-42DD-B03E-5C4FC1D468F3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554CD-E019-4C08-B5A4-5F61D7C5C77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6E358-2729-446E-A347-B15F9BDA98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BA78113E-7EB8-4DE2-8CBF-D29C62304622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8215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nture Gradient Mid&#10;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0" y="0"/>
            <a:ext cx="19046825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0713839" y="381002"/>
            <a:ext cx="7737773" cy="5703315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3" y="381000"/>
            <a:ext cx="7737771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85640" y="4610102"/>
            <a:ext cx="7737773" cy="1701801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4" name="GTS_WH" descr="Accenture Greater Than symbol in white">
            <a:extLst>
              <a:ext uri="{FF2B5EF4-FFF2-40B4-BE49-F238E27FC236}">
                <a16:creationId xmlns:a16="http://schemas.microsoft.com/office/drawing/2014/main" id="{3FC0722F-C643-4988-96E8-F00519CB3A00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69A96-ECEE-46C8-AC65-A99027BA920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E763AAD7-74C8-41FD-9725-0A3F857D6E2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860008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ccenture Gradient Mid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0" y="1"/>
            <a:ext cx="19046825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white">
          <a:xfrm>
            <a:off x="0" y="3429002"/>
            <a:ext cx="19046825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3889828"/>
            <a:ext cx="9665128" cy="2422072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785642" y="835806"/>
            <a:ext cx="9665126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noFill/>
                </a:ln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584508" y="3889830"/>
            <a:ext cx="4676678" cy="2422071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6" name="GTS_WH" descr="Accenture Greater Than symbol in white">
            <a:extLst>
              <a:ext uri="{FF2B5EF4-FFF2-40B4-BE49-F238E27FC236}">
                <a16:creationId xmlns:a16="http://schemas.microsoft.com/office/drawing/2014/main" id="{C5173724-68B6-47CD-B850-71B1407EEAA1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4ADF7-CE17-4A46-8A63-A366F9BB14A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CD7EB03D-A4F9-4B94-8D66-50E64636E3D7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706131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5215" y="2182000"/>
            <a:ext cx="5103855" cy="269933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agenda summary </a:t>
            </a:r>
            <a:r>
              <a:rPr lang="en-GB" dirty="0"/>
              <a:t>here in Palatino Linotype 24pt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1371604"/>
            <a:ext cx="5103854" cy="810399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Agenda title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59600" y="137160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59600" y="197647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759600" y="2581356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59600" y="3186234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59600" y="3791112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759600" y="439599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59600" y="500086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59600" y="5605747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14851" y="137160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14851" y="197647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14851" y="2581356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14851" y="3186234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14851" y="3791112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14851" y="439599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14851" y="500086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914851" y="5605747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>
          <a:xfrm>
            <a:off x="6319636" y="1371603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3838255" y="137160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3838255" y="197647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3838255" y="2581356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3838255" y="3186234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838255" y="3791112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3838255" y="439599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3838255" y="500086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3838255" y="5605747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2993506" y="137160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2993506" y="197647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2993506" y="2581356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2993506" y="3186234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2993506" y="3791112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2993506" y="439599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2993506" y="500086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993506" y="5605747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AC36967-E06B-4969-8A84-34414BB2719E}"/>
              </a:ext>
            </a:extLst>
          </p:cNvPr>
          <p:cNvSpPr>
            <a:spLocks noGrp="1"/>
          </p:cNvSpPr>
          <p:nvPr>
            <p:ph type="dt" sz="half" idx="5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9FC62F-A91E-4A96-A8DD-B514B9CC7898}"/>
              </a:ext>
            </a:extLst>
          </p:cNvPr>
          <p:cNvSpPr>
            <a:spLocks noGrp="1"/>
          </p:cNvSpPr>
          <p:nvPr>
            <p:ph type="sldNum" sz="quarter" idx="5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763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6DB689C-7DB3-4046-A1BF-E63F8EF784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7C97B1E-CB9E-4CBC-A6F1-1D4F2E4ECB3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371600"/>
            <a:ext cx="17856398" cy="4940300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/>
            </a:lvl1pPr>
            <a:lvl2pPr marL="457200">
              <a:defRPr/>
            </a:lvl2pPr>
            <a:lvl3pPr marL="685800">
              <a:defRPr/>
            </a:lvl3pPr>
            <a:lvl4pPr marL="914400">
              <a:defRPr/>
            </a:lvl4pPr>
            <a:lvl5pPr marL="1143000">
              <a:defRPr/>
            </a:lvl5pPr>
          </a:lstStyle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B97E9-6648-4C18-B41E-51CD1E7E366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F08054-D45D-43B9-A715-CB9811EA9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0854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ng Headline and 1 Column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371601"/>
            <a:ext cx="17856398" cy="4940300"/>
          </a:xfrm>
        </p:spPr>
        <p:txBody>
          <a:bodyPr/>
          <a:lstStyle/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5EFDEB3F-4743-43EA-A121-ED3CB6054C7F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E8EF8B7-9D2C-4DDE-ABE1-8FC06C7B0A1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4BD60C-9F72-40D7-86A8-E9D46FD1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9117A191-D16A-460E-B7BA-7BF7C04A205B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90092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949194"/>
            <a:ext cx="17856398" cy="4362706"/>
          </a:xfrm>
        </p:spPr>
        <p:txBody>
          <a:bodyPr/>
          <a:lstStyle/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385C65-6BFC-4F61-A214-71B69537BB4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61201FE-E268-4CDE-95EA-46510FB9E57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03EBB-4B76-4B76-A883-A5F8C55DD75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445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1" userDrawn="1">
          <p15:clr>
            <a:srgbClr val="547EB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5213" y="3004460"/>
            <a:ext cx="8630593" cy="2865991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/>
            </a:lvl2pPr>
            <a:lvl3pPr marL="457200">
              <a:buFont typeface="Arial" panose="020B0503030202060203" pitchFamily="34" charset="0"/>
              <a:buChar char="–"/>
              <a:defRPr sz="1800"/>
            </a:lvl3pPr>
            <a:lvl4pPr marL="685800">
              <a:buFont typeface="Arial" panose="020B0604020202020204" pitchFamily="34" charset="0"/>
              <a:buChar char="•"/>
              <a:defRPr sz="1600"/>
            </a:lvl4pPr>
            <a:lvl5pPr marL="914400">
              <a:buFont typeface="Arial" panose="020B0503030202060203" pitchFamily="34" charset="0"/>
              <a:buChar char="–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 </a:t>
            </a:r>
            <a:r>
              <a:rPr lang="en-GB" dirty="0"/>
              <a:t>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821018" y="1371601"/>
            <a:ext cx="8630593" cy="450242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Place text here 20pt</a:t>
            </a:r>
          </a:p>
          <a:p>
            <a:pPr lvl="1"/>
            <a:r>
              <a:rPr lang="en-US" dirty="0"/>
              <a:t>Second level 20pt</a:t>
            </a:r>
          </a:p>
          <a:p>
            <a:pPr lvl="2"/>
            <a:r>
              <a:rPr lang="en-US" dirty="0"/>
              <a:t>Third level 20pt</a:t>
            </a:r>
          </a:p>
          <a:p>
            <a:pPr lvl="3"/>
            <a:r>
              <a:rPr lang="en-US" dirty="0"/>
              <a:t>Fourth level 18pt</a:t>
            </a:r>
          </a:p>
          <a:p>
            <a:pPr lvl="4"/>
            <a:r>
              <a:rPr lang="en-US" dirty="0"/>
              <a:t>Fifth level 18pt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6" y="1371601"/>
            <a:ext cx="8630591" cy="1632856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F2282C-BD3B-4F10-981C-FDEEBAADFFC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A98C7D2-83A7-4A9C-99DF-E18DFFFE1BD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20" userDrawn="1">
          <p15:clr>
            <a:srgbClr val="C35E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987552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1371600"/>
            <a:ext cx="8630591" cy="493776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1371600"/>
            <a:ext cx="8630591" cy="493776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202BE-D67B-4652-93F1-A99CED0D15E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C61CF-EB8A-421E-B9B8-AA3A4D90D3F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420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798830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1947672"/>
            <a:ext cx="8630591" cy="43616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1947672"/>
            <a:ext cx="8630591" cy="43616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A356218-065E-4505-9831-1D03292456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CFCDC-02F2-450B-8A41-6D602E21D74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D73D0-E25F-4121-B46E-C977B93C854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74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2" userDrawn="1">
          <p15:clr>
            <a:srgbClr val="547EBF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2 Headings/C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798830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3" y="1949194"/>
            <a:ext cx="8630593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9821018" y="1949194"/>
            <a:ext cx="8630593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2772154"/>
            <a:ext cx="8630591" cy="3101872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2772154"/>
            <a:ext cx="8630591" cy="3101872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A356218-065E-4505-9831-1D03292456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D801770-C3F9-4ABD-9427-010C745B6059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FFAF-2A5A-4146-8785-B71A2FFAD7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450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8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1000"/>
            <a:ext cx="17856396" cy="793837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3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95213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745751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6745751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 dirty="0"/>
              <a:t>Sixth level 12pt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745751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896288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12896288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 dirty="0"/>
              <a:t>Sixth level 12pt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2896288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974BDB1-DA1D-43EC-81BC-66135DB7B8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41B1F-78D9-4953-A12A-4B67B6AF38A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96DA2C-092A-4DF9-A6E7-8B070164528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99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4" y="2286000"/>
            <a:ext cx="4017688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95214" y="1828800"/>
            <a:ext cx="4017688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5208117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5208117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9821018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9821018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4433922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4433922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95214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5208118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9821019" y="3145138"/>
            <a:ext cx="4017688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>
          <a:xfrm>
            <a:off x="14433925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01BF3E00-F066-4583-A5B1-87DD19666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1000"/>
            <a:ext cx="17856396" cy="793837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5650FA89-A64B-4802-B6DF-D1844A8430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E5C63E-F15E-4C0B-AF50-21103AC68C3B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D5FEE-951C-4AB1-A5BA-733E8D6B70AB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975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98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5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2"/>
            <a:ext cx="17856398" cy="798829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115081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4" y="3898902"/>
            <a:ext cx="3101833" cy="1971541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79654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69696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659736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349779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>
          <a:xfrm>
            <a:off x="1783401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>
          <a:xfrm>
            <a:off x="5473443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>
          <a:xfrm>
            <a:off x="9163483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>
          <a:xfrm>
            <a:off x="12853525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>
          <a:xfrm>
            <a:off x="16543567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05123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495164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2185205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5875248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B8D97977-AAE6-4533-93CA-ADE704E9F4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443840-6E6B-4EB9-979C-F63E32C2A658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5531F-1F72-4FFD-8F72-619B3652C1F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126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4-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03848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963617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23386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4283155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03844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solidFill>
                  <a:schemeClr val="accent2"/>
                </a:solidFill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63616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3385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283154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3109A-368D-4DCA-B078-4A0F050889E0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0C8D5-C033-461A-958D-290DCBC41F1C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865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6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95213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lIns="91440" tIns="0"/>
          <a:lstStyle>
            <a:lvl1pPr marL="0" indent="0">
              <a:buNone/>
              <a:defRPr sz="1800" b="0"/>
            </a:lvl1pPr>
          </a:lstStyle>
          <a:p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80799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6385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51970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23142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37556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2" y="3926555"/>
            <a:ext cx="2428470" cy="194389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76319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63025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49731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36436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23142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Picture Placeholder 4">
            <a:extLst>
              <a:ext uri="{FF2B5EF4-FFF2-40B4-BE49-F238E27FC236}">
                <a16:creationId xmlns:a16="http://schemas.microsoft.com/office/drawing/2014/main" id="{9FEF6117-B6D9-4841-8EFA-DF78BCFA9C0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89612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90B0A6BB-BC70-4436-B334-35CF914D1772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3680799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EA23CA56-3568-4982-84E5-176DE32541C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6766385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7E019EA7-B58E-4B17-A663-2E8CCD701589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851970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9A57066F-5BF5-43F7-A9DA-1788B5511DA7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2937556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5" name="Picture Placeholder 4">
            <a:extLst>
              <a:ext uri="{FF2B5EF4-FFF2-40B4-BE49-F238E27FC236}">
                <a16:creationId xmlns:a16="http://schemas.microsoft.com/office/drawing/2014/main" id="{EA5F90EC-FB85-4041-85C1-409768D3A0C0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6023142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EF35D7-1CC8-4C79-A1E0-8638A1ED7CAD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301404-8E34-4C2F-8D99-239BD7B88412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034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ng Headline-Team 6-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95213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lIns="91440"/>
          <a:lstStyle>
            <a:lvl1pPr marL="0" indent="0">
              <a:buNone/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80799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6385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51970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23142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2" y="3926552"/>
            <a:ext cx="2428470" cy="1943892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76319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37556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63025" y="3926552"/>
            <a:ext cx="2428470" cy="195196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49731" y="3926552"/>
            <a:ext cx="2428470" cy="195196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36436" y="3926552"/>
            <a:ext cx="2428470" cy="19519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23142" y="3926552"/>
            <a:ext cx="2428470" cy="194389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2" name="GTS_WH" descr="Accenture Greater Than symbol in white">
            <a:extLst>
              <a:ext uri="{FF2B5EF4-FFF2-40B4-BE49-F238E27FC236}">
                <a16:creationId xmlns:a16="http://schemas.microsoft.com/office/drawing/2014/main" id="{B49891DC-D80E-4D1B-961E-1B567E0E453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28" name="Picture Placeholder 4">
            <a:extLst>
              <a:ext uri="{FF2B5EF4-FFF2-40B4-BE49-F238E27FC236}">
                <a16:creationId xmlns:a16="http://schemas.microsoft.com/office/drawing/2014/main" id="{199DF3DD-2E34-4D79-8E11-12CE813E73FA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95213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6FCD1A94-A214-4264-842C-B5DA710C1F3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3680799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7" name="Picture Placeholder 4">
            <a:extLst>
              <a:ext uri="{FF2B5EF4-FFF2-40B4-BE49-F238E27FC236}">
                <a16:creationId xmlns:a16="http://schemas.microsoft.com/office/drawing/2014/main" id="{895C1CB4-E517-4380-8170-E8C0CA787FBA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6766385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6AFBE91E-BB56-4FAF-ADEB-859CA86F829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851970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15D78B8A-7ECF-44EE-A95F-FBD072A68894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2937556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F2F64C30-F694-4DC6-AAED-5ECA99ECCF51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6023142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84481-1B7D-4FEF-AD70-CBFD72F62133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B611A-32AD-4363-9F59-4DD34EEBD070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Footer Placeholder 3">
            <a:extLst>
              <a:ext uri="{FF2B5EF4-FFF2-40B4-BE49-F238E27FC236}">
                <a16:creationId xmlns:a16="http://schemas.microsoft.com/office/drawing/2014/main" id="{0E5A3736-C9C6-4311-80A7-2FFA47E25154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8260289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8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95214" y="1295236"/>
            <a:ext cx="5530883" cy="501666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dirty="0"/>
              <a:t>Place text here, use indent to access other levels 20pt</a:t>
            </a:r>
          </a:p>
          <a:p>
            <a:pPr lvl="1"/>
            <a:r>
              <a:rPr lang="en-GB" dirty="0"/>
              <a:t>Second level 20pt</a:t>
            </a:r>
          </a:p>
          <a:p>
            <a:pPr lvl="2"/>
            <a:r>
              <a:rPr lang="en-GB" dirty="0"/>
              <a:t>Third level 20pt</a:t>
            </a:r>
          </a:p>
          <a:p>
            <a:pPr lvl="3"/>
            <a:r>
              <a:rPr lang="en-GB" dirty="0"/>
              <a:t>Fourth level 18pt</a:t>
            </a:r>
          </a:p>
          <a:p>
            <a:pPr lvl="4"/>
            <a:r>
              <a:rPr lang="en-GB" dirty="0"/>
              <a:t>Fifth level 18pt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57968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39346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02104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20725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57971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39350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20729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02107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757972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839350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16002104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12920728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757971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839350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2920729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6002107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31" name="Picture Placeholder 4">
            <a:extLst>
              <a:ext uri="{FF2B5EF4-FFF2-40B4-BE49-F238E27FC236}">
                <a16:creationId xmlns:a16="http://schemas.microsoft.com/office/drawing/2014/main" id="{1559D4A6-A7D1-4EAE-87E5-EB8A4B73E546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6757971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564E037C-8888-4DE6-88C4-A629CBF5F3A9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839349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1" name="Picture Placeholder 4">
            <a:extLst>
              <a:ext uri="{FF2B5EF4-FFF2-40B4-BE49-F238E27FC236}">
                <a16:creationId xmlns:a16="http://schemas.microsoft.com/office/drawing/2014/main" id="{1DD1D133-7281-4297-B58B-4683B9743A55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2920728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2" name="Picture Placeholder 4">
            <a:extLst>
              <a:ext uri="{FF2B5EF4-FFF2-40B4-BE49-F238E27FC236}">
                <a16:creationId xmlns:a16="http://schemas.microsoft.com/office/drawing/2014/main" id="{4D49677A-CABE-49CD-A2EE-9EC21E15DF23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16002106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3" name="Picture Placeholder 4">
            <a:extLst>
              <a:ext uri="{FF2B5EF4-FFF2-40B4-BE49-F238E27FC236}">
                <a16:creationId xmlns:a16="http://schemas.microsoft.com/office/drawing/2014/main" id="{E46B730A-2104-4381-A7F8-6A08201D7F97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6757971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0" name="Picture Placeholder 4">
            <a:extLst>
              <a:ext uri="{FF2B5EF4-FFF2-40B4-BE49-F238E27FC236}">
                <a16:creationId xmlns:a16="http://schemas.microsoft.com/office/drawing/2014/main" id="{15BD8921-64C2-47AC-9DE2-E4DFFCBF7C6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9839349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1" name="Picture Placeholder 4">
            <a:extLst>
              <a:ext uri="{FF2B5EF4-FFF2-40B4-BE49-F238E27FC236}">
                <a16:creationId xmlns:a16="http://schemas.microsoft.com/office/drawing/2014/main" id="{3EF9A07C-1758-4B3E-A1CD-67412E56BBFE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12920728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25D8A2F3-A845-4271-8B71-45408EF9F6C1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16002103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30291C7-0C7B-43D2-8CFC-304243A1CD04}"/>
              </a:ext>
            </a:extLst>
          </p:cNvPr>
          <p:cNvSpPr>
            <a:spLocks noGrp="1"/>
          </p:cNvSpPr>
          <p:nvPr>
            <p:ph type="dt" sz="half" idx="6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EADAF-2195-4A35-8FEB-B95CCB8CCE5C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192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hort Headline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9523412" y="1"/>
            <a:ext cx="9523413" cy="6857999"/>
          </a:xfr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Drag picture to placeholder or click icon to add, then ‘Send to Back’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3" y="381000"/>
            <a:ext cx="8332986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5947" y="6483010"/>
            <a:ext cx="298523" cy="201340"/>
          </a:xfrm>
          <a:prstGeom prst="rect">
            <a:avLst/>
          </a:prstGeom>
        </p:spPr>
      </p:pic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5213" y="3267634"/>
            <a:ext cx="8328224" cy="304426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/>
            </a:lvl2pPr>
            <a:lvl3pPr marL="457200">
              <a:buFont typeface="Arial" panose="020B0503030202060203" pitchFamily="34" charset="0"/>
              <a:buChar char="–"/>
              <a:defRPr sz="1800"/>
            </a:lvl3pPr>
            <a:lvl4pPr marL="685800">
              <a:buFont typeface="Arial" panose="020B0604020202020204" pitchFamily="34" charset="0"/>
              <a:buChar char="•"/>
              <a:defRPr sz="1600"/>
            </a:lvl4pPr>
            <a:lvl5pPr marL="914400">
              <a:buFont typeface="Arial" panose="020B0503030202060203" pitchFamily="34" charset="0"/>
              <a:buChar char="–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 </a:t>
            </a:r>
            <a:r>
              <a:rPr lang="en-GB" dirty="0"/>
              <a:t>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84FC82-B8F8-4C4C-8DB2-C1B82A51BA0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C32B40-3B58-479B-A589-9823B0E14C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8D53ECFC-028B-4E16-9620-7FF8225BDC2F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80181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hort Headline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9523450" cy="6309361"/>
          </a:xfrm>
          <a:solidFill>
            <a:schemeClr val="tx1">
              <a:lumMod val="95000"/>
            </a:schemeClr>
          </a:solidFill>
        </p:spPr>
        <p:txBody>
          <a:bodyPr lIns="0" tIns="210312" anchor="t"/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white">
          <a:xfrm>
            <a:off x="0" y="6309360"/>
            <a:ext cx="19046825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18624" y="381000"/>
            <a:ext cx="8332986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42B8317-AACA-4DC7-AD68-8986DF6299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23386" y="3264589"/>
            <a:ext cx="8328224" cy="304731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457200">
              <a:buFont typeface="Arial" panose="020B0503030202060203" pitchFamily="34" charset="0"/>
              <a:buChar char="–"/>
              <a:defRPr sz="1800">
                <a:solidFill>
                  <a:schemeClr val="tx1"/>
                </a:solidFill>
              </a:defRPr>
            </a:lvl3pPr>
            <a:lvl4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914400">
              <a:buFont typeface="Arial" panose="020B0503030202060203" pitchFamily="34" charset="0"/>
              <a:buChar char="–"/>
              <a:defRPr sz="1600">
                <a:solidFill>
                  <a:schemeClr val="tx1"/>
                </a:solidFill>
              </a:defRPr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</a:t>
            </a:r>
            <a:r>
              <a:rPr lang="en-GB" dirty="0"/>
              <a:t> 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9742AFA2-2F86-4FC9-AB33-FE5A8DC3B4C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BDB60-63D2-4785-893C-E73763A3728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511C9-42FA-4DE8-9CC5-2E1BE2E6643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F77C3923-DF26-4DDD-85E3-7AA6D35E27BF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49180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77606" y="943234"/>
            <a:ext cx="6547346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0713842" y="744434"/>
            <a:ext cx="6547343" cy="4976446"/>
          </a:xfrm>
          <a:solidFill>
            <a:schemeClr val="bg1">
              <a:lumMod val="95000"/>
            </a:schemeClr>
          </a:solidFill>
          <a:effectLst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1593669"/>
            <a:ext cx="7737771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quote or key message here 54pt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1CC36B3-A978-4435-96FC-F8B3A1FA66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BAD95D-8CC0-461D-B13E-1E3ABF7456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3115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age (alternativ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0713842" y="744434"/>
            <a:ext cx="6547343" cy="4976446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1593669"/>
            <a:ext cx="7737771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quote or key message here 54pt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786A7A-D9D5-47DA-82CE-8DBF6730F5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44972-5B37-42E7-9449-D3BA0BF5609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4452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istics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white">
          <a:xfrm>
            <a:off x="-15" y="0"/>
            <a:ext cx="9523425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5192" y="1490071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23400" y="0"/>
            <a:ext cx="9523425" cy="6311900"/>
          </a:xfrm>
          <a:solidFill>
            <a:schemeClr val="bg1">
              <a:lumMod val="95000"/>
            </a:schemeClr>
          </a:solidFill>
        </p:spPr>
        <p:txBody>
          <a:bodyPr tIns="45720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15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>
          <a:xfrm>
            <a:off x="0" y="3155950"/>
            <a:ext cx="9523425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56907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5215" y="353695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56907" y="353695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>
          <a:xfrm>
            <a:off x="4761704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white">
          <a:xfrm>
            <a:off x="0" y="6311900"/>
            <a:ext cx="19046825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56907" y="1490071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5192" y="4646024"/>
            <a:ext cx="3571273" cy="1665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56907" y="4646020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pic>
        <p:nvPicPr>
          <p:cNvPr id="19" name="Picture 18" descr="Accenture Greater Than symbol in white">
            <a:extLst>
              <a:ext uri="{FF2B5EF4-FFF2-40B4-BE49-F238E27FC236}">
                <a16:creationId xmlns:a16="http://schemas.microsoft.com/office/drawing/2014/main" id="{E8781F80-F3D9-42F9-B6EE-F6DC303E05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black">
          <a:xfrm>
            <a:off x="595947" y="6482516"/>
            <a:ext cx="298523" cy="20232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ACEE3D-E490-48C4-9EDD-A3D64349DFA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4B91A-AC4F-4911-8401-AA8DD14F283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Footer Placeholder 3">
            <a:extLst>
              <a:ext uri="{FF2B5EF4-FFF2-40B4-BE49-F238E27FC236}">
                <a16:creationId xmlns:a16="http://schemas.microsoft.com/office/drawing/2014/main" id="{85A95DA0-4CC3-42BB-A186-3CFB82C7DFEA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>
                <a:solidFill>
                  <a:schemeClr val="bg1">
                    <a:alpha val="75000"/>
                  </a:schemeClr>
                </a:solidFill>
              </a:rPr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162012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stics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B70CB6-23E9-4FFC-BB1B-65EBB057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214" y="380999"/>
            <a:ext cx="8332938" cy="2393952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white">
          <a:xfrm>
            <a:off x="0" y="6311900"/>
            <a:ext cx="19046825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white">
          <a:xfrm>
            <a:off x="14285206" y="3155948"/>
            <a:ext cx="4761619" cy="31559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white">
          <a:xfrm>
            <a:off x="4761706" y="3155948"/>
            <a:ext cx="4761656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23375" y="0"/>
            <a:ext cx="4761744" cy="3151189"/>
          </a:xfrm>
          <a:solidFill>
            <a:schemeClr val="bg1">
              <a:lumMod val="95000"/>
            </a:schemeClr>
          </a:solidFill>
        </p:spPr>
        <p:txBody>
          <a:bodyPr t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</a:t>
            </a:r>
          </a:p>
          <a:p>
            <a:r>
              <a:rPr lang="en-GB" dirty="0"/>
              <a:t>or click icon to add</a:t>
            </a:r>
            <a:endParaRPr lang="en-US" dirty="0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880343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80341" y="1490071"/>
            <a:ext cx="3571272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56901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6898" y="4647839"/>
            <a:ext cx="3571272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118620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118617" y="4647835"/>
            <a:ext cx="3571272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155942"/>
            <a:ext cx="4761706" cy="3155958"/>
          </a:xfr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t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 dirty="0"/>
              <a:t>Drag picture to placeholder </a:t>
            </a:r>
          </a:p>
          <a:p>
            <a:pPr marL="228600" lvl="0" indent="-228600" algn="ctr"/>
            <a:r>
              <a:rPr lang="en-GB" dirty="0"/>
              <a:t>or click icon to add</a:t>
            </a:r>
            <a:endParaRPr lang="en-US" dirty="0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880334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80331" y="4647836"/>
            <a:ext cx="3571272" cy="1662794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pic>
        <p:nvPicPr>
          <p:cNvPr id="23" name="Picture 22" descr="Accenture Greater Than symbol in white">
            <a:extLst>
              <a:ext uri="{FF2B5EF4-FFF2-40B4-BE49-F238E27FC236}">
                <a16:creationId xmlns:a16="http://schemas.microsoft.com/office/drawing/2014/main" id="{78774BCE-242F-4FF9-9C01-D01B97743A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black">
          <a:xfrm>
            <a:off x="595947" y="6482516"/>
            <a:ext cx="298523" cy="20232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0A698-E7DB-4624-B7D9-5624ABB23E77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00E20-EA02-4CDC-95F3-0B3EA7041BD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Footer Placeholder 3">
            <a:extLst>
              <a:ext uri="{FF2B5EF4-FFF2-40B4-BE49-F238E27FC236}">
                <a16:creationId xmlns:a16="http://schemas.microsoft.com/office/drawing/2014/main" id="{270D0A86-B078-47E6-B09D-9429129BD768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>
                <a:solidFill>
                  <a:schemeClr val="bg1">
                    <a:alpha val="75000"/>
                  </a:schemeClr>
                </a:solidFill>
              </a:rPr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362061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nture Gradient Dark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invGray">
          <a:xfrm>
            <a:off x="0" y="0"/>
            <a:ext cx="1904682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90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 54pt</a:t>
            </a: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2FF57A0A-C5DD-42B6-8DD3-E5EA041C72D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ED2B-6496-48D2-9FCC-98A919B60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5338B-4F4A-4077-99F7-2698BAA54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669CB13A-E4BB-46D3-936E-B4BD4E53CAA8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22336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90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 54pt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B0B0C095-6C73-4899-AD8E-8F75768CF51A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68B3B-7EEB-4EA8-993C-430603A16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A01CF-71D3-40C7-8168-8E9BC701A2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C9D1668-977E-453D-82ED-6ABCFF2804F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361378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5AD31DD4-2506-4E03-897C-F4C8C020F0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87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headline here 54pt</a:t>
            </a:r>
          </a:p>
        </p:txBody>
      </p:sp>
      <p:sp>
        <p:nvSpPr>
          <p:cNvPr id="7" name="GTS_WH" descr="Accenture Greater Than symbol in white">
            <a:extLst>
              <a:ext uri="{FF2B5EF4-FFF2-40B4-BE49-F238E27FC236}">
                <a16:creationId xmlns:a16="http://schemas.microsoft.com/office/drawing/2014/main" id="{AE479463-B4C9-4B9A-BE8B-62B5B9CF007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91A68-0526-4B10-8725-674ED46D4C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A03CB-4264-4F68-9F35-0391A50EF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6BF2708B-7411-439F-ACDE-ACBD46CABC0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0172348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8546ADE-103C-4652-A344-9C0C8C49EC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E258A-0B44-43BE-A3B3-ECE0D5D55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1A548-5D5A-420A-BF48-ADAACADF16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245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385C65-6BFC-4F61-A214-71B69537BB4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lvl="0"/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3B5648-1933-4CE2-8092-54D37C74B7B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77EF44-2533-4C8A-9BCE-17E84D8B3A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691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2" userDrawn="1">
          <p15:clr>
            <a:srgbClr val="547EB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76A793-E8C8-48E9-8AD9-3AA61015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C117D-BB63-449A-A809-AA330D35AF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542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95214" y="380999"/>
            <a:ext cx="17856398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95214" y="1371602"/>
            <a:ext cx="17856398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First level (bullet 20pt)</a:t>
            </a:r>
          </a:p>
          <a:p>
            <a:pPr lvl="1"/>
            <a:r>
              <a:rPr lang="en-US" dirty="0"/>
              <a:t>Second level (bullet 20pt)</a:t>
            </a:r>
          </a:p>
          <a:p>
            <a:pPr lvl="2"/>
            <a:r>
              <a:rPr lang="en-US" dirty="0"/>
              <a:t>Third level (bullet 20pt)</a:t>
            </a:r>
          </a:p>
          <a:p>
            <a:pPr lvl="3"/>
            <a:r>
              <a:rPr lang="en-US" dirty="0"/>
              <a:t>Fourth level (bullet 18pt)</a:t>
            </a:r>
          </a:p>
          <a:p>
            <a:pPr lvl="4"/>
            <a:r>
              <a:rPr lang="en-US" dirty="0"/>
              <a:t>Fifth level (bullet 18pt)</a:t>
            </a:r>
          </a:p>
          <a:p>
            <a:pPr lvl="5"/>
            <a:r>
              <a:rPr lang="en-US" dirty="0"/>
              <a:t>Sixth level (copy 16pt)</a:t>
            </a:r>
          </a:p>
          <a:p>
            <a:pPr lvl="6"/>
            <a:r>
              <a:rPr lang="en-US" dirty="0"/>
              <a:t>Seventh level (small copy 12pt)</a:t>
            </a:r>
          </a:p>
          <a:p>
            <a:pPr lvl="7"/>
            <a:r>
              <a:rPr lang="en-US" dirty="0"/>
              <a:t>EIGHT LEVEL (DESCRIPTOR 10PT)</a:t>
            </a:r>
          </a:p>
          <a:p>
            <a:pPr lvl="8"/>
            <a:r>
              <a:rPr lang="en-US" dirty="0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15291114" y="0"/>
            <a:ext cx="3160498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9" name="GTS_Purple" descr="Accenture Greater Than symbol in purple">
            <a:extLst>
              <a:ext uri="{FF2B5EF4-FFF2-40B4-BE49-F238E27FC236}">
                <a16:creationId xmlns:a16="http://schemas.microsoft.com/office/drawing/2014/main" id="{AE0355C2-058C-4310-9508-BCC0F498FBB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93978" y="6483675"/>
            <a:ext cx="28620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9DFD1-72F5-4590-A067-19F2501AA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941925" y="6490025"/>
            <a:ext cx="509687" cy="201168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7455F6FE-666E-402E-9B6E-AF3462A6F6CE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195103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729" r:id="rId2"/>
    <p:sldLayoutId id="2147483682" r:id="rId3"/>
    <p:sldLayoutId id="2147483734" r:id="rId4"/>
    <p:sldLayoutId id="2147483728" r:id="rId5"/>
    <p:sldLayoutId id="2147483733" r:id="rId6"/>
    <p:sldLayoutId id="2147483730" r:id="rId7"/>
    <p:sldLayoutId id="2147483681" r:id="rId8"/>
    <p:sldLayoutId id="2147483732" r:id="rId9"/>
    <p:sldLayoutId id="2147483731" r:id="rId10"/>
    <p:sldLayoutId id="2147483750" r:id="rId11"/>
    <p:sldLayoutId id="2147483649" r:id="rId12"/>
    <p:sldLayoutId id="2147483759" r:id="rId13"/>
    <p:sldLayoutId id="2147483760" r:id="rId14"/>
    <p:sldLayoutId id="2147483746" r:id="rId15"/>
    <p:sldLayoutId id="2147483751" r:id="rId16"/>
    <p:sldLayoutId id="2147483752" r:id="rId17"/>
    <p:sldLayoutId id="2147483748" r:id="rId18"/>
    <p:sldLayoutId id="2147483651" r:id="rId19"/>
    <p:sldLayoutId id="2147483721" r:id="rId20"/>
    <p:sldLayoutId id="2147483739" r:id="rId21"/>
    <p:sldLayoutId id="2147483737" r:id="rId22"/>
    <p:sldLayoutId id="2147483742" r:id="rId23"/>
    <p:sldLayoutId id="2147483724" r:id="rId24"/>
    <p:sldLayoutId id="2147483723" r:id="rId25"/>
    <p:sldLayoutId id="2147483725" r:id="rId26"/>
    <p:sldLayoutId id="2147483755" r:id="rId27"/>
    <p:sldLayoutId id="2147483757" r:id="rId28"/>
    <p:sldLayoutId id="2147483673" r:id="rId29"/>
    <p:sldLayoutId id="2147483653" r:id="rId30"/>
    <p:sldLayoutId id="2147483722" r:id="rId31"/>
    <p:sldLayoutId id="2147483693" r:id="rId32"/>
    <p:sldLayoutId id="2147483701" r:id="rId33"/>
    <p:sldLayoutId id="2147483668" r:id="rId34"/>
    <p:sldLayoutId id="2147483707" r:id="rId35"/>
    <p:sldLayoutId id="2147483714" r:id="rId36"/>
    <p:sldLayoutId id="2147483657" r:id="rId37"/>
    <p:sldLayoutId id="2147483679" r:id="rId38"/>
    <p:sldLayoutId id="2147483661" r:id="rId39"/>
    <p:sldLayoutId id="2147483754" r:id="rId40"/>
    <p:sldLayoutId id="2147483678" r:id="rId41"/>
    <p:sldLayoutId id="2147483663" r:id="rId42"/>
    <p:sldLayoutId id="2147483667" r:id="rId43"/>
    <p:sldLayoutId id="2147483726" r:id="rId44"/>
    <p:sldLayoutId id="2147483688" r:id="rId45"/>
    <p:sldLayoutId id="2147483655" r:id="rId46"/>
    <p:sldLayoutId id="2147483745" r:id="rId47"/>
    <p:sldLayoutId id="2147483741" r:id="rId48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rial" panose="020B0503030202060203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C35EA4"/>
          </p15:clr>
        </p15:guide>
        <p15:guide id="2" orient="horz" pos="3976" userDrawn="1">
          <p15:clr>
            <a:srgbClr val="C35EA4"/>
          </p15:clr>
        </p15:guide>
        <p15:guide id="3" pos="375" userDrawn="1">
          <p15:clr>
            <a:srgbClr val="C35EA4"/>
          </p15:clr>
        </p15:guide>
        <p15:guide id="4" pos="11623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71B6A-1D11-DC9D-8113-EFD08496FC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41F4C71-2E25-B12D-1089-09A3C72C9CB7}"/>
              </a:ext>
            </a:extLst>
          </p:cNvPr>
          <p:cNvSpPr/>
          <p:nvPr/>
        </p:nvSpPr>
        <p:spPr>
          <a:xfrm>
            <a:off x="1810646" y="453234"/>
            <a:ext cx="13089105" cy="186186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AEBD95-16EE-FD03-44AB-4B59B9ECACB9}"/>
              </a:ext>
            </a:extLst>
          </p:cNvPr>
          <p:cNvSpPr/>
          <p:nvPr/>
        </p:nvSpPr>
        <p:spPr>
          <a:xfrm>
            <a:off x="2152214" y="347250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5C91CC-602C-B985-EC1C-B6C87FF15742}"/>
              </a:ext>
            </a:extLst>
          </p:cNvPr>
          <p:cNvSpPr/>
          <p:nvPr/>
        </p:nvSpPr>
        <p:spPr>
          <a:xfrm>
            <a:off x="202830" y="3676021"/>
            <a:ext cx="657895" cy="28293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Simulator</a:t>
            </a:r>
            <a:endParaRPr lang="en-US" sz="800" b="1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CCA2314-4DA4-EE6E-4FC8-321ADC0145E5}"/>
              </a:ext>
            </a:extLst>
          </p:cNvPr>
          <p:cNvSpPr/>
          <p:nvPr/>
        </p:nvSpPr>
        <p:spPr>
          <a:xfrm>
            <a:off x="2248660" y="967755"/>
            <a:ext cx="835470" cy="23881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Cardholder App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2739B0F8-55BA-043D-DC37-B96670AF2016}"/>
              </a:ext>
            </a:extLst>
          </p:cNvPr>
          <p:cNvSpPr/>
          <p:nvPr/>
        </p:nvSpPr>
        <p:spPr>
          <a:xfrm rot="5400000">
            <a:off x="3765922" y="985760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5A00D2"/>
              </a:solidFill>
            </a:endParaRPr>
          </a:p>
        </p:txBody>
      </p:sp>
      <p:cxnSp>
        <p:nvCxnSpPr>
          <p:cNvPr id="9" name="Straight Arrow Connector 47">
            <a:extLst>
              <a:ext uri="{FF2B5EF4-FFF2-40B4-BE49-F238E27FC236}">
                <a16:creationId xmlns:a16="http://schemas.microsoft.com/office/drawing/2014/main" id="{92A22351-2B77-D837-2022-1A6DE6F5EB2A}"/>
              </a:ext>
            </a:extLst>
          </p:cNvPr>
          <p:cNvCxnSpPr>
            <a:cxnSpLocks/>
            <a:stCxn id="6" idx="3"/>
            <a:endCxn id="32" idx="0"/>
          </p:cNvCxnSpPr>
          <p:nvPr/>
        </p:nvCxnSpPr>
        <p:spPr>
          <a:xfrm flipV="1">
            <a:off x="860725" y="1083860"/>
            <a:ext cx="849625" cy="273362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BBA13F-F3DF-CC62-57A7-C837DBB4B0CB}"/>
              </a:ext>
            </a:extLst>
          </p:cNvPr>
          <p:cNvSpPr/>
          <p:nvPr/>
        </p:nvSpPr>
        <p:spPr>
          <a:xfrm>
            <a:off x="3597069" y="1356217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A6FF9CA-5B88-8994-82C3-A3C5BD3BC8CF}"/>
              </a:ext>
            </a:extLst>
          </p:cNvPr>
          <p:cNvSpPr/>
          <p:nvPr/>
        </p:nvSpPr>
        <p:spPr>
          <a:xfrm>
            <a:off x="3854565" y="1356217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7B3AC1-ABEB-5463-46D9-B3E60A1CD4BD}"/>
              </a:ext>
            </a:extLst>
          </p:cNvPr>
          <p:cNvSpPr txBox="1"/>
          <p:nvPr/>
        </p:nvSpPr>
        <p:spPr>
          <a:xfrm>
            <a:off x="4477596" y="159285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49D07956-8CA9-94FF-A8CE-F50F8696AF47}"/>
              </a:ext>
            </a:extLst>
          </p:cNvPr>
          <p:cNvSpPr/>
          <p:nvPr/>
        </p:nvSpPr>
        <p:spPr>
          <a:xfrm>
            <a:off x="2328352" y="1647312"/>
            <a:ext cx="676093" cy="253790"/>
          </a:xfrm>
          <a:prstGeom prst="ca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sz="700" b="1" dirty="0"/>
              <a:t>RDBMS</a:t>
            </a:r>
            <a:endParaRPr lang="en-GB" sz="800" b="1" dirty="0"/>
          </a:p>
        </p:txBody>
      </p:sp>
      <p:cxnSp>
        <p:nvCxnSpPr>
          <p:cNvPr id="20" name="Straight Arrow Connector 47">
            <a:extLst>
              <a:ext uri="{FF2B5EF4-FFF2-40B4-BE49-F238E27FC236}">
                <a16:creationId xmlns:a16="http://schemas.microsoft.com/office/drawing/2014/main" id="{BE64EA33-D83F-40EF-553D-41053DE98892}"/>
              </a:ext>
            </a:extLst>
          </p:cNvPr>
          <p:cNvCxnSpPr>
            <a:cxnSpLocks/>
            <a:stCxn id="7" idx="2"/>
            <a:endCxn id="19" idx="1"/>
          </p:cNvCxnSpPr>
          <p:nvPr/>
        </p:nvCxnSpPr>
        <p:spPr>
          <a:xfrm rot="16200000" flipH="1">
            <a:off x="2446027" y="1426939"/>
            <a:ext cx="440743" cy="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47">
            <a:extLst>
              <a:ext uri="{FF2B5EF4-FFF2-40B4-BE49-F238E27FC236}">
                <a16:creationId xmlns:a16="http://schemas.microsoft.com/office/drawing/2014/main" id="{530E8E04-602C-42FC-7713-A5A828A0E8C6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rot="16200000" flipH="1">
            <a:off x="2946563" y="926402"/>
            <a:ext cx="236856" cy="797193"/>
          </a:xfrm>
          <a:prstGeom prst="curvedConnector2">
            <a:avLst/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71BAD0E-9EF6-53C1-A79A-0A6ABF4F606E}"/>
              </a:ext>
            </a:extLst>
          </p:cNvPr>
          <p:cNvSpPr/>
          <p:nvPr/>
        </p:nvSpPr>
        <p:spPr>
          <a:xfrm rot="16200000">
            <a:off x="1514050" y="973685"/>
            <a:ext cx="612947" cy="220346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API</a:t>
            </a:r>
            <a:endParaRPr lang="en-US" sz="800" b="1" dirty="0"/>
          </a:p>
        </p:txBody>
      </p:sp>
      <p:cxnSp>
        <p:nvCxnSpPr>
          <p:cNvPr id="36" name="Straight Arrow Connector 47">
            <a:extLst>
              <a:ext uri="{FF2B5EF4-FFF2-40B4-BE49-F238E27FC236}">
                <a16:creationId xmlns:a16="http://schemas.microsoft.com/office/drawing/2014/main" id="{EF37B0AA-F45A-9205-F5C7-3053FBEBA230}"/>
              </a:ext>
            </a:extLst>
          </p:cNvPr>
          <p:cNvCxnSpPr>
            <a:cxnSpLocks/>
            <a:stCxn id="32" idx="2"/>
            <a:endCxn id="7" idx="1"/>
          </p:cNvCxnSpPr>
          <p:nvPr/>
        </p:nvCxnSpPr>
        <p:spPr>
          <a:xfrm>
            <a:off x="1930696" y="1083858"/>
            <a:ext cx="317964" cy="330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n 39">
            <a:extLst>
              <a:ext uri="{FF2B5EF4-FFF2-40B4-BE49-F238E27FC236}">
                <a16:creationId xmlns:a16="http://schemas.microsoft.com/office/drawing/2014/main" id="{E54C50A4-C88E-6DBD-E11D-BC4723D82D05}"/>
              </a:ext>
            </a:extLst>
          </p:cNvPr>
          <p:cNvSpPr/>
          <p:nvPr/>
        </p:nvSpPr>
        <p:spPr>
          <a:xfrm rot="5400000">
            <a:off x="2391444" y="3359822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4E2B388-CF1A-7CCE-CAF6-1B0CFA54920A}"/>
              </a:ext>
            </a:extLst>
          </p:cNvPr>
          <p:cNvSpPr/>
          <p:nvPr/>
        </p:nvSpPr>
        <p:spPr>
          <a:xfrm>
            <a:off x="2222591" y="3730279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24DE3F9-112C-02ED-3B82-EDBF2411C272}"/>
              </a:ext>
            </a:extLst>
          </p:cNvPr>
          <p:cNvSpPr/>
          <p:nvPr/>
        </p:nvSpPr>
        <p:spPr>
          <a:xfrm>
            <a:off x="2480087" y="3730279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CF122D4-FC5A-4094-E7C2-BB4D5BF67890}"/>
              </a:ext>
            </a:extLst>
          </p:cNvPr>
          <p:cNvSpPr txBox="1"/>
          <p:nvPr/>
        </p:nvSpPr>
        <p:spPr>
          <a:xfrm>
            <a:off x="3103118" y="396691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0BCAFE5B-454A-CB91-AFDA-A94EB7FB4DC6}"/>
              </a:ext>
            </a:extLst>
          </p:cNvPr>
          <p:cNvSpPr/>
          <p:nvPr/>
        </p:nvSpPr>
        <p:spPr>
          <a:xfrm>
            <a:off x="3412698" y="3714567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Flagger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963148-4886-FEFD-6A8F-2232B8D9A633}"/>
              </a:ext>
            </a:extLst>
          </p:cNvPr>
          <p:cNvSpPr txBox="1"/>
          <p:nvPr/>
        </p:nvSpPr>
        <p:spPr>
          <a:xfrm>
            <a:off x="3533371" y="1136584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pub.cust.cardholder.state.v1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919C9D-01B9-CFBC-746F-BBAFFAE4F235}"/>
              </a:ext>
            </a:extLst>
          </p:cNvPr>
          <p:cNvSpPr txBox="1"/>
          <p:nvPr/>
        </p:nvSpPr>
        <p:spPr>
          <a:xfrm>
            <a:off x="2052791" y="3495250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priv.pay.transaction.delta.v1</a:t>
            </a:r>
          </a:p>
        </p:txBody>
      </p:sp>
      <p:sp>
        <p:nvSpPr>
          <p:cNvPr id="47" name="Can 46">
            <a:extLst>
              <a:ext uri="{FF2B5EF4-FFF2-40B4-BE49-F238E27FC236}">
                <a16:creationId xmlns:a16="http://schemas.microsoft.com/office/drawing/2014/main" id="{696F5165-E584-1361-08BE-F6AD14016330}"/>
              </a:ext>
            </a:extLst>
          </p:cNvPr>
          <p:cNvSpPr/>
          <p:nvPr/>
        </p:nvSpPr>
        <p:spPr>
          <a:xfrm rot="5400000">
            <a:off x="2391444" y="3961783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FC7DCCC-AE56-E390-D568-69B0BD614F15}"/>
              </a:ext>
            </a:extLst>
          </p:cNvPr>
          <p:cNvSpPr/>
          <p:nvPr/>
        </p:nvSpPr>
        <p:spPr>
          <a:xfrm>
            <a:off x="2222591" y="4332240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013258CB-6810-B545-E055-CA874DD464D5}"/>
              </a:ext>
            </a:extLst>
          </p:cNvPr>
          <p:cNvSpPr/>
          <p:nvPr/>
        </p:nvSpPr>
        <p:spPr>
          <a:xfrm>
            <a:off x="2480087" y="4332240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0F7587-689E-E500-15A9-3C00B59A29F2}"/>
              </a:ext>
            </a:extLst>
          </p:cNvPr>
          <p:cNvSpPr txBox="1"/>
          <p:nvPr/>
        </p:nvSpPr>
        <p:spPr>
          <a:xfrm>
            <a:off x="3103118" y="456887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C729E1-17E8-D677-4161-32F3326192A5}"/>
              </a:ext>
            </a:extLst>
          </p:cNvPr>
          <p:cNvSpPr txBox="1"/>
          <p:nvPr/>
        </p:nvSpPr>
        <p:spPr>
          <a:xfrm>
            <a:off x="2016591" y="4100470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priv.pay.blacklist.state.v1</a:t>
            </a:r>
          </a:p>
        </p:txBody>
      </p:sp>
      <p:cxnSp>
        <p:nvCxnSpPr>
          <p:cNvPr id="52" name="Straight Arrow Connector 47">
            <a:extLst>
              <a:ext uri="{FF2B5EF4-FFF2-40B4-BE49-F238E27FC236}">
                <a16:creationId xmlns:a16="http://schemas.microsoft.com/office/drawing/2014/main" id="{AA652E08-1A74-33FA-4995-A4A8C3244368}"/>
              </a:ext>
            </a:extLst>
          </p:cNvPr>
          <p:cNvCxnSpPr>
            <a:cxnSpLocks/>
            <a:stCxn id="6" idx="3"/>
            <a:endCxn id="40" idx="3"/>
          </p:cNvCxnSpPr>
          <p:nvPr/>
        </p:nvCxnSpPr>
        <p:spPr>
          <a:xfrm>
            <a:off x="860725" y="3817487"/>
            <a:ext cx="1228385" cy="1270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an 56">
            <a:extLst>
              <a:ext uri="{FF2B5EF4-FFF2-40B4-BE49-F238E27FC236}">
                <a16:creationId xmlns:a16="http://schemas.microsoft.com/office/drawing/2014/main" id="{290DD704-C326-9CCB-634B-624DDF1432B4}"/>
              </a:ext>
            </a:extLst>
          </p:cNvPr>
          <p:cNvSpPr/>
          <p:nvPr/>
        </p:nvSpPr>
        <p:spPr>
          <a:xfrm rot="5400000">
            <a:off x="4681255" y="3359823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A60953A4-6394-9BF2-FBE1-E0726FB825EB}"/>
              </a:ext>
            </a:extLst>
          </p:cNvPr>
          <p:cNvSpPr/>
          <p:nvPr/>
        </p:nvSpPr>
        <p:spPr>
          <a:xfrm>
            <a:off x="4512402" y="3730279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599B538-1D22-D5ED-D3EE-360CE134FE3B}"/>
              </a:ext>
            </a:extLst>
          </p:cNvPr>
          <p:cNvSpPr/>
          <p:nvPr/>
        </p:nvSpPr>
        <p:spPr>
          <a:xfrm>
            <a:off x="4769898" y="3730279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8C6BB0-2044-AB73-8031-130D526E5985}"/>
              </a:ext>
            </a:extLst>
          </p:cNvPr>
          <p:cNvSpPr txBox="1"/>
          <p:nvPr/>
        </p:nvSpPr>
        <p:spPr>
          <a:xfrm>
            <a:off x="5392929" y="396691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0F233E7-800D-FB9B-4484-41D0DD93B4B3}"/>
              </a:ext>
            </a:extLst>
          </p:cNvPr>
          <p:cNvSpPr txBox="1"/>
          <p:nvPr/>
        </p:nvSpPr>
        <p:spPr>
          <a:xfrm>
            <a:off x="4097137" y="351197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priv.pay.transaction-flagged.delta.v1</a:t>
            </a:r>
          </a:p>
        </p:txBody>
      </p:sp>
      <p:cxnSp>
        <p:nvCxnSpPr>
          <p:cNvPr id="62" name="Straight Arrow Connector 47">
            <a:extLst>
              <a:ext uri="{FF2B5EF4-FFF2-40B4-BE49-F238E27FC236}">
                <a16:creationId xmlns:a16="http://schemas.microsoft.com/office/drawing/2014/main" id="{20C036AA-B685-617D-5A1F-232A3F3C99AE}"/>
              </a:ext>
            </a:extLst>
          </p:cNvPr>
          <p:cNvCxnSpPr>
            <a:cxnSpLocks/>
            <a:stCxn id="40" idx="1"/>
            <a:endCxn id="44" idx="1"/>
          </p:cNvCxnSpPr>
          <p:nvPr/>
        </p:nvCxnSpPr>
        <p:spPr>
          <a:xfrm>
            <a:off x="3004445" y="3817489"/>
            <a:ext cx="408255" cy="15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47">
            <a:extLst>
              <a:ext uri="{FF2B5EF4-FFF2-40B4-BE49-F238E27FC236}">
                <a16:creationId xmlns:a16="http://schemas.microsoft.com/office/drawing/2014/main" id="{DD759A66-46BB-215B-E30B-24C25CBDC252}"/>
              </a:ext>
            </a:extLst>
          </p:cNvPr>
          <p:cNvCxnSpPr>
            <a:cxnSpLocks/>
            <a:stCxn id="44" idx="3"/>
            <a:endCxn id="57" idx="3"/>
          </p:cNvCxnSpPr>
          <p:nvPr/>
        </p:nvCxnSpPr>
        <p:spPr>
          <a:xfrm flipV="1">
            <a:off x="4071778" y="3817488"/>
            <a:ext cx="307145" cy="15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33F967BF-AA25-4998-DEF3-F0644C6801B5}"/>
              </a:ext>
            </a:extLst>
          </p:cNvPr>
          <p:cNvSpPr/>
          <p:nvPr/>
        </p:nvSpPr>
        <p:spPr>
          <a:xfrm>
            <a:off x="5764659" y="3719719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375B5F-79F4-29AF-3B7D-5DA7833DC4F1}"/>
              </a:ext>
            </a:extLst>
          </p:cNvPr>
          <p:cNvSpPr txBox="1"/>
          <p:nvPr/>
        </p:nvSpPr>
        <p:spPr>
          <a:xfrm>
            <a:off x="3140200" y="514077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0" name="Can 69">
            <a:extLst>
              <a:ext uri="{FF2B5EF4-FFF2-40B4-BE49-F238E27FC236}">
                <a16:creationId xmlns:a16="http://schemas.microsoft.com/office/drawing/2014/main" id="{9AA50E46-927F-D83B-F24B-5E79A602E614}"/>
              </a:ext>
            </a:extLst>
          </p:cNvPr>
          <p:cNvSpPr/>
          <p:nvPr/>
        </p:nvSpPr>
        <p:spPr>
          <a:xfrm rot="5400000">
            <a:off x="2428526" y="5121238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ED96C14F-0487-9375-442F-DFFBA2032D15}"/>
              </a:ext>
            </a:extLst>
          </p:cNvPr>
          <p:cNvSpPr/>
          <p:nvPr/>
        </p:nvSpPr>
        <p:spPr>
          <a:xfrm>
            <a:off x="2259673" y="549169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C925D4DC-17EA-66EA-6069-0E3D1C695462}"/>
              </a:ext>
            </a:extLst>
          </p:cNvPr>
          <p:cNvSpPr/>
          <p:nvPr/>
        </p:nvSpPr>
        <p:spPr>
          <a:xfrm>
            <a:off x="2517169" y="549169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2CADAA7-AD2A-5CFC-0995-4CF5D348188C}"/>
              </a:ext>
            </a:extLst>
          </p:cNvPr>
          <p:cNvSpPr txBox="1"/>
          <p:nvPr/>
        </p:nvSpPr>
        <p:spPr>
          <a:xfrm>
            <a:off x="3140200" y="572833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2D48DD-77F4-37B9-731C-69FD05A0F174}"/>
              </a:ext>
            </a:extLst>
          </p:cNvPr>
          <p:cNvSpPr txBox="1"/>
          <p:nvPr/>
        </p:nvSpPr>
        <p:spPr>
          <a:xfrm>
            <a:off x="2061413" y="5273385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priv.ref.merchant.state.v1</a:t>
            </a:r>
          </a:p>
        </p:txBody>
      </p:sp>
      <p:cxnSp>
        <p:nvCxnSpPr>
          <p:cNvPr id="75" name="Straight Arrow Connector 47">
            <a:extLst>
              <a:ext uri="{FF2B5EF4-FFF2-40B4-BE49-F238E27FC236}">
                <a16:creationId xmlns:a16="http://schemas.microsoft.com/office/drawing/2014/main" id="{BA9EE777-AF5C-5498-54DF-E2A83B004BA5}"/>
              </a:ext>
            </a:extLst>
          </p:cNvPr>
          <p:cNvCxnSpPr>
            <a:cxnSpLocks/>
            <a:stCxn id="6" idx="3"/>
            <a:endCxn id="70" idx="3"/>
          </p:cNvCxnSpPr>
          <p:nvPr/>
        </p:nvCxnSpPr>
        <p:spPr>
          <a:xfrm>
            <a:off x="860725" y="3817487"/>
            <a:ext cx="1265467" cy="176141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47">
            <a:extLst>
              <a:ext uri="{FF2B5EF4-FFF2-40B4-BE49-F238E27FC236}">
                <a16:creationId xmlns:a16="http://schemas.microsoft.com/office/drawing/2014/main" id="{70FA9155-09FC-9DDF-842B-16416F0030D2}"/>
              </a:ext>
            </a:extLst>
          </p:cNvPr>
          <p:cNvCxnSpPr>
            <a:cxnSpLocks/>
            <a:stCxn id="57" idx="1"/>
            <a:endCxn id="68" idx="1"/>
          </p:cNvCxnSpPr>
          <p:nvPr/>
        </p:nvCxnSpPr>
        <p:spPr>
          <a:xfrm>
            <a:off x="5294256" y="3817488"/>
            <a:ext cx="470405" cy="53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47">
            <a:extLst>
              <a:ext uri="{FF2B5EF4-FFF2-40B4-BE49-F238E27FC236}">
                <a16:creationId xmlns:a16="http://schemas.microsoft.com/office/drawing/2014/main" id="{F99E8E86-D6E3-B00A-58F2-7B7AB4AB442D}"/>
              </a:ext>
            </a:extLst>
          </p:cNvPr>
          <p:cNvCxnSpPr>
            <a:cxnSpLocks/>
            <a:stCxn id="70" idx="1"/>
            <a:endCxn id="68" idx="1"/>
          </p:cNvCxnSpPr>
          <p:nvPr/>
        </p:nvCxnSpPr>
        <p:spPr>
          <a:xfrm flipV="1">
            <a:off x="3041525" y="3822796"/>
            <a:ext cx="2723134" cy="1756109"/>
          </a:xfrm>
          <a:prstGeom prst="curvedConnector3">
            <a:avLst>
              <a:gd name="adj1" fmla="val 78555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n 84">
            <a:extLst>
              <a:ext uri="{FF2B5EF4-FFF2-40B4-BE49-F238E27FC236}">
                <a16:creationId xmlns:a16="http://schemas.microsoft.com/office/drawing/2014/main" id="{264B921C-8384-5816-DFE4-FF7CFC05FC00}"/>
              </a:ext>
            </a:extLst>
          </p:cNvPr>
          <p:cNvSpPr/>
          <p:nvPr/>
        </p:nvSpPr>
        <p:spPr>
          <a:xfrm rot="5400000">
            <a:off x="7117946" y="3365100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43926318-C26E-5E41-A656-F91EB3A106D2}"/>
              </a:ext>
            </a:extLst>
          </p:cNvPr>
          <p:cNvSpPr/>
          <p:nvPr/>
        </p:nvSpPr>
        <p:spPr>
          <a:xfrm>
            <a:off x="6949093" y="373555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416955E6-83D8-C23D-D6C6-0326D38E971F}"/>
              </a:ext>
            </a:extLst>
          </p:cNvPr>
          <p:cNvSpPr/>
          <p:nvPr/>
        </p:nvSpPr>
        <p:spPr>
          <a:xfrm>
            <a:off x="7206589" y="373555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02BDD2-DB12-C7AF-B77D-4E88A699F5E0}"/>
              </a:ext>
            </a:extLst>
          </p:cNvPr>
          <p:cNvSpPr txBox="1"/>
          <p:nvPr/>
        </p:nvSpPr>
        <p:spPr>
          <a:xfrm>
            <a:off x="7829620" y="397219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D46FDB-0FFB-EF80-18FD-4E47568ECE41}"/>
              </a:ext>
            </a:extLst>
          </p:cNvPr>
          <p:cNvSpPr txBox="1"/>
          <p:nvPr/>
        </p:nvSpPr>
        <p:spPr>
          <a:xfrm>
            <a:off x="6533828" y="3517248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priv.pay.transaction-flagged-enriched.delta.v1</a:t>
            </a:r>
          </a:p>
        </p:txBody>
      </p:sp>
      <p:cxnSp>
        <p:nvCxnSpPr>
          <p:cNvPr id="90" name="Straight Arrow Connector 47">
            <a:extLst>
              <a:ext uri="{FF2B5EF4-FFF2-40B4-BE49-F238E27FC236}">
                <a16:creationId xmlns:a16="http://schemas.microsoft.com/office/drawing/2014/main" id="{EA31A2EC-2B3B-2A9D-3F1C-5623F7FEAEAD}"/>
              </a:ext>
            </a:extLst>
          </p:cNvPr>
          <p:cNvCxnSpPr>
            <a:cxnSpLocks/>
            <a:stCxn id="68" idx="3"/>
            <a:endCxn id="85" idx="3"/>
          </p:cNvCxnSpPr>
          <p:nvPr/>
        </p:nvCxnSpPr>
        <p:spPr>
          <a:xfrm flipV="1">
            <a:off x="6423739" y="3822767"/>
            <a:ext cx="391875" cy="2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47">
            <a:extLst>
              <a:ext uri="{FF2B5EF4-FFF2-40B4-BE49-F238E27FC236}">
                <a16:creationId xmlns:a16="http://schemas.microsoft.com/office/drawing/2014/main" id="{BB095171-4BEC-47EF-9619-ABC24BB72F49}"/>
              </a:ext>
            </a:extLst>
          </p:cNvPr>
          <p:cNvCxnSpPr>
            <a:cxnSpLocks/>
            <a:stCxn id="85" idx="1"/>
            <a:endCxn id="112" idx="1"/>
          </p:cNvCxnSpPr>
          <p:nvPr/>
        </p:nvCxnSpPr>
        <p:spPr>
          <a:xfrm>
            <a:off x="7730945" y="3822767"/>
            <a:ext cx="2624074" cy="915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47">
            <a:extLst>
              <a:ext uri="{FF2B5EF4-FFF2-40B4-BE49-F238E27FC236}">
                <a16:creationId xmlns:a16="http://schemas.microsoft.com/office/drawing/2014/main" id="{A22381D0-0930-9087-DF0D-86B2FD58149F}"/>
              </a:ext>
            </a:extLst>
          </p:cNvPr>
          <p:cNvCxnSpPr>
            <a:cxnSpLocks/>
            <a:stCxn id="47" idx="1"/>
            <a:endCxn id="44" idx="1"/>
          </p:cNvCxnSpPr>
          <p:nvPr/>
        </p:nvCxnSpPr>
        <p:spPr>
          <a:xfrm flipV="1">
            <a:off x="3004445" y="3817642"/>
            <a:ext cx="408255" cy="6018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DB5A2245-BB8B-CB08-55E5-39AEEAA0AE25}"/>
              </a:ext>
            </a:extLst>
          </p:cNvPr>
          <p:cNvSpPr/>
          <p:nvPr/>
        </p:nvSpPr>
        <p:spPr>
          <a:xfrm>
            <a:off x="10355019" y="3728841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43A66110-E559-7536-F9DC-C85288D0D1E6}"/>
              </a:ext>
            </a:extLst>
          </p:cNvPr>
          <p:cNvSpPr/>
          <p:nvPr/>
        </p:nvSpPr>
        <p:spPr>
          <a:xfrm>
            <a:off x="10355019" y="1333917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14" name="Straight Arrow Connector 47">
            <a:extLst>
              <a:ext uri="{FF2B5EF4-FFF2-40B4-BE49-F238E27FC236}">
                <a16:creationId xmlns:a16="http://schemas.microsoft.com/office/drawing/2014/main" id="{2FBB43B0-7E4F-E17A-97F5-DF01085399A9}"/>
              </a:ext>
            </a:extLst>
          </p:cNvPr>
          <p:cNvCxnSpPr>
            <a:cxnSpLocks/>
            <a:stCxn id="8" idx="1"/>
            <a:endCxn id="113" idx="1"/>
          </p:cNvCxnSpPr>
          <p:nvPr/>
        </p:nvCxnSpPr>
        <p:spPr>
          <a:xfrm flipV="1">
            <a:off x="4378921" y="1436994"/>
            <a:ext cx="5976098" cy="643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Graphic 122" descr="Table outline">
            <a:extLst>
              <a:ext uri="{FF2B5EF4-FFF2-40B4-BE49-F238E27FC236}">
                <a16:creationId xmlns:a16="http://schemas.microsoft.com/office/drawing/2014/main" id="{ADDE294A-3305-3A8A-60E0-3B42EE8E8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1188287"/>
            <a:ext cx="481251" cy="481251"/>
          </a:xfrm>
          <a:prstGeom prst="rect">
            <a:avLst/>
          </a:prstGeom>
        </p:spPr>
      </p:pic>
      <p:pic>
        <p:nvPicPr>
          <p:cNvPr id="126" name="Graphic 125" descr="Table outline">
            <a:extLst>
              <a:ext uri="{FF2B5EF4-FFF2-40B4-BE49-F238E27FC236}">
                <a16:creationId xmlns:a16="http://schemas.microsoft.com/office/drawing/2014/main" id="{38BB9873-E195-C10B-33CB-67959C9610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3590581"/>
            <a:ext cx="481251" cy="481251"/>
          </a:xfrm>
          <a:prstGeom prst="rect">
            <a:avLst/>
          </a:prstGeom>
        </p:spPr>
      </p:pic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BC080405-CFDF-CBF9-55E6-5BBA24C87966}"/>
              </a:ext>
            </a:extLst>
          </p:cNvPr>
          <p:cNvSpPr/>
          <p:nvPr/>
        </p:nvSpPr>
        <p:spPr>
          <a:xfrm>
            <a:off x="12719472" y="1318439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Normalizer</a:t>
            </a:r>
          </a:p>
        </p:txBody>
      </p:sp>
      <p:pic>
        <p:nvPicPr>
          <p:cNvPr id="128" name="Graphic 127" descr="Table outline">
            <a:extLst>
              <a:ext uri="{FF2B5EF4-FFF2-40B4-BE49-F238E27FC236}">
                <a16:creationId xmlns:a16="http://schemas.microsoft.com/office/drawing/2014/main" id="{9D6A203B-84A3-2383-0E04-6968FA208D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4" y="605674"/>
            <a:ext cx="481251" cy="481251"/>
          </a:xfrm>
          <a:prstGeom prst="rect">
            <a:avLst/>
          </a:prstGeom>
        </p:spPr>
      </p:pic>
      <p:pic>
        <p:nvPicPr>
          <p:cNvPr id="129" name="Graphic 128" descr="Table outline">
            <a:extLst>
              <a:ext uri="{FF2B5EF4-FFF2-40B4-BE49-F238E27FC236}">
                <a16:creationId xmlns:a16="http://schemas.microsoft.com/office/drawing/2014/main" id="{3297E730-482B-433E-8D95-D14C381CD2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767569"/>
            <a:ext cx="481251" cy="481251"/>
          </a:xfrm>
          <a:prstGeom prst="rect">
            <a:avLst/>
          </a:prstGeom>
        </p:spPr>
      </p:pic>
      <p:pic>
        <p:nvPicPr>
          <p:cNvPr id="130" name="Graphic 129" descr="Table outline">
            <a:extLst>
              <a:ext uri="{FF2B5EF4-FFF2-40B4-BE49-F238E27FC236}">
                <a16:creationId xmlns:a16="http://schemas.microsoft.com/office/drawing/2014/main" id="{4CA19FBD-E65A-2DD9-2081-A127FD6A65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184313"/>
            <a:ext cx="481251" cy="481251"/>
          </a:xfrm>
          <a:prstGeom prst="rect">
            <a:avLst/>
          </a:prstGeom>
        </p:spPr>
      </p:pic>
      <p:pic>
        <p:nvPicPr>
          <p:cNvPr id="131" name="Graphic 130" descr="Table outline">
            <a:extLst>
              <a:ext uri="{FF2B5EF4-FFF2-40B4-BE49-F238E27FC236}">
                <a16:creationId xmlns:a16="http://schemas.microsoft.com/office/drawing/2014/main" id="{77737AD5-7218-C38E-2131-CC3264C25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07134" y="2901565"/>
            <a:ext cx="481251" cy="481251"/>
          </a:xfrm>
          <a:prstGeom prst="rect">
            <a:avLst/>
          </a:prstGeom>
        </p:spPr>
      </p:pic>
      <p:cxnSp>
        <p:nvCxnSpPr>
          <p:cNvPr id="132" name="Straight Arrow Connector 47">
            <a:extLst>
              <a:ext uri="{FF2B5EF4-FFF2-40B4-BE49-F238E27FC236}">
                <a16:creationId xmlns:a16="http://schemas.microsoft.com/office/drawing/2014/main" id="{45C0CB80-7EF0-9435-4526-25AC2D548A44}"/>
              </a:ext>
            </a:extLst>
          </p:cNvPr>
          <p:cNvCxnSpPr>
            <a:cxnSpLocks/>
            <a:stCxn id="113" idx="3"/>
            <a:endCxn id="123" idx="1"/>
          </p:cNvCxnSpPr>
          <p:nvPr/>
        </p:nvCxnSpPr>
        <p:spPr>
          <a:xfrm flipV="1">
            <a:off x="11014099" y="1428913"/>
            <a:ext cx="402265" cy="808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47">
            <a:extLst>
              <a:ext uri="{FF2B5EF4-FFF2-40B4-BE49-F238E27FC236}">
                <a16:creationId xmlns:a16="http://schemas.microsoft.com/office/drawing/2014/main" id="{8A03B225-AD44-7BB7-043D-373898E805BE}"/>
              </a:ext>
            </a:extLst>
          </p:cNvPr>
          <p:cNvCxnSpPr>
            <a:cxnSpLocks/>
            <a:stCxn id="123" idx="3"/>
            <a:endCxn id="127" idx="1"/>
          </p:cNvCxnSpPr>
          <p:nvPr/>
        </p:nvCxnSpPr>
        <p:spPr>
          <a:xfrm flipV="1">
            <a:off x="11897615" y="1421516"/>
            <a:ext cx="821859" cy="73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bucket Icon - Free PNG &amp; SVG 394460 - Noun Project">
            <a:extLst>
              <a:ext uri="{FF2B5EF4-FFF2-40B4-BE49-F238E27FC236}">
                <a16:creationId xmlns:a16="http://schemas.microsoft.com/office/drawing/2014/main" id="{89C45986-90E5-F2F3-9983-2DD392719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5490" y="1418477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8" name="Picture 2" descr="bucket Icon - Free PNG &amp; SVG 394460 - Noun Project">
            <a:extLst>
              <a:ext uri="{FF2B5EF4-FFF2-40B4-BE49-F238E27FC236}">
                <a16:creationId xmlns:a16="http://schemas.microsoft.com/office/drawing/2014/main" id="{A9025875-71EC-65B2-42D4-EBEA45841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2624" y="3839287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9" name="Picture 2" descr="bucket Icon - Free PNG &amp; SVG 394460 - Noun Project">
            <a:extLst>
              <a:ext uri="{FF2B5EF4-FFF2-40B4-BE49-F238E27FC236}">
                <a16:creationId xmlns:a16="http://schemas.microsoft.com/office/drawing/2014/main" id="{53173ECB-D95F-8047-28FF-667C52EAC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8228" y="875712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0" name="Picture 2" descr="bucket Icon - Free PNG &amp; SVG 394460 - Noun Project">
            <a:extLst>
              <a:ext uri="{FF2B5EF4-FFF2-40B4-BE49-F238E27FC236}">
                <a16:creationId xmlns:a16="http://schemas.microsoft.com/office/drawing/2014/main" id="{92E90175-8460-3473-370B-2673E1847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1447276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1" name="Picture 2" descr="bucket Icon - Free PNG &amp; SVG 394460 - Noun Project">
            <a:extLst>
              <a:ext uri="{FF2B5EF4-FFF2-40B4-BE49-F238E27FC236}">
                <a16:creationId xmlns:a16="http://schemas.microsoft.com/office/drawing/2014/main" id="{FCA9FD37-D9EA-7021-3AB1-8B8EA7427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2025915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2" name="Picture 2" descr="bucket Icon - Free PNG &amp; SVG 394460 - Noun Project">
            <a:extLst>
              <a:ext uri="{FF2B5EF4-FFF2-40B4-BE49-F238E27FC236}">
                <a16:creationId xmlns:a16="http://schemas.microsoft.com/office/drawing/2014/main" id="{C01EEACB-BEA0-7A9F-B1D3-ADD7C683F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8399" y="3179778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3" name="Straight Arrow Connector 47">
            <a:extLst>
              <a:ext uri="{FF2B5EF4-FFF2-40B4-BE49-F238E27FC236}">
                <a16:creationId xmlns:a16="http://schemas.microsoft.com/office/drawing/2014/main" id="{F7FFC092-1999-D8A7-3118-7D4B0DDCDDE5}"/>
              </a:ext>
            </a:extLst>
          </p:cNvPr>
          <p:cNvCxnSpPr>
            <a:cxnSpLocks/>
            <a:stCxn id="112" idx="3"/>
            <a:endCxn id="126" idx="1"/>
          </p:cNvCxnSpPr>
          <p:nvPr/>
        </p:nvCxnSpPr>
        <p:spPr>
          <a:xfrm flipV="1">
            <a:off x="11014099" y="3831207"/>
            <a:ext cx="402265" cy="71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B3A89B00-3E31-F5DA-C3A6-045B951D01FE}"/>
              </a:ext>
            </a:extLst>
          </p:cNvPr>
          <p:cNvSpPr/>
          <p:nvPr/>
        </p:nvSpPr>
        <p:spPr>
          <a:xfrm>
            <a:off x="10355019" y="3038841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pic>
        <p:nvPicPr>
          <p:cNvPr id="147" name="Graphic 146" descr="Table outline">
            <a:extLst>
              <a:ext uri="{FF2B5EF4-FFF2-40B4-BE49-F238E27FC236}">
                <a16:creationId xmlns:a16="http://schemas.microsoft.com/office/drawing/2014/main" id="{8EE10635-A8A1-31FC-B8FB-B709F786B9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1027" y="2898640"/>
            <a:ext cx="481251" cy="481251"/>
          </a:xfrm>
          <a:prstGeom prst="rect">
            <a:avLst/>
          </a:prstGeom>
        </p:spPr>
      </p:pic>
      <p:pic>
        <p:nvPicPr>
          <p:cNvPr id="148" name="Picture 2" descr="bucket Icon - Free PNG &amp; SVG 394460 - Noun Project">
            <a:extLst>
              <a:ext uri="{FF2B5EF4-FFF2-40B4-BE49-F238E27FC236}">
                <a16:creationId xmlns:a16="http://schemas.microsoft.com/office/drawing/2014/main" id="{59549BAD-EAB2-FB1C-BC65-6D6D26295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97287" y="3154546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9" name="Straight Arrow Connector 47">
            <a:extLst>
              <a:ext uri="{FF2B5EF4-FFF2-40B4-BE49-F238E27FC236}">
                <a16:creationId xmlns:a16="http://schemas.microsoft.com/office/drawing/2014/main" id="{B609AFB6-A1F0-6A71-F044-5E436F24EBFD}"/>
              </a:ext>
            </a:extLst>
          </p:cNvPr>
          <p:cNvCxnSpPr>
            <a:cxnSpLocks/>
            <a:stCxn id="146" idx="3"/>
            <a:endCxn id="147" idx="1"/>
          </p:cNvCxnSpPr>
          <p:nvPr/>
        </p:nvCxnSpPr>
        <p:spPr>
          <a:xfrm flipV="1">
            <a:off x="11014097" y="3139264"/>
            <a:ext cx="416928" cy="265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47">
            <a:extLst>
              <a:ext uri="{FF2B5EF4-FFF2-40B4-BE49-F238E27FC236}">
                <a16:creationId xmlns:a16="http://schemas.microsoft.com/office/drawing/2014/main" id="{AB9938AF-C7EE-FCC7-4708-71809ECEB933}"/>
              </a:ext>
            </a:extLst>
          </p:cNvPr>
          <p:cNvCxnSpPr>
            <a:cxnSpLocks/>
            <a:stCxn id="40" idx="1"/>
            <a:endCxn id="146" idx="1"/>
          </p:cNvCxnSpPr>
          <p:nvPr/>
        </p:nvCxnSpPr>
        <p:spPr>
          <a:xfrm flipV="1">
            <a:off x="3004443" y="3141918"/>
            <a:ext cx="7350576" cy="675571"/>
          </a:xfrm>
          <a:prstGeom prst="curvedConnector3">
            <a:avLst>
              <a:gd name="adj1" fmla="val 4844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80736974-5FE1-0B60-A5BC-BEA488F919B5}"/>
              </a:ext>
            </a:extLst>
          </p:cNvPr>
          <p:cNvSpPr txBox="1"/>
          <p:nvPr/>
        </p:nvSpPr>
        <p:spPr>
          <a:xfrm>
            <a:off x="11365583" y="2829563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raw_transaction_t</a:t>
            </a:r>
            <a:endParaRPr lang="de-DE" sz="7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4FA435F-1F8B-488D-7272-ECA552DC3411}"/>
              </a:ext>
            </a:extLst>
          </p:cNvPr>
          <p:cNvSpPr txBox="1"/>
          <p:nvPr/>
        </p:nvSpPr>
        <p:spPr>
          <a:xfrm>
            <a:off x="11240374" y="351197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raw_transaction_flagged_t</a:t>
            </a:r>
            <a:endParaRPr lang="de-DE" sz="7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7094D71-D474-35A0-3CEC-E9B9B3EA0B20}"/>
              </a:ext>
            </a:extLst>
          </p:cNvPr>
          <p:cNvSpPr txBox="1"/>
          <p:nvPr/>
        </p:nvSpPr>
        <p:spPr>
          <a:xfrm>
            <a:off x="11269575" y="1108055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raw_cardholder_t</a:t>
            </a:r>
            <a:endParaRPr lang="de-DE" sz="70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DD7A7EC-294A-D901-6B89-06A0802F2D01}"/>
              </a:ext>
            </a:extLst>
          </p:cNvPr>
          <p:cNvSpPr txBox="1"/>
          <p:nvPr/>
        </p:nvSpPr>
        <p:spPr>
          <a:xfrm>
            <a:off x="13990362" y="550900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cur_person_t</a:t>
            </a:r>
            <a:endParaRPr lang="de-DE" sz="7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A4087B3-869A-D63F-9C51-3B5095E8F9D0}"/>
              </a:ext>
            </a:extLst>
          </p:cNvPr>
          <p:cNvSpPr txBox="1"/>
          <p:nvPr/>
        </p:nvSpPr>
        <p:spPr>
          <a:xfrm>
            <a:off x="13973321" y="1127425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cur_address_t</a:t>
            </a:r>
            <a:endParaRPr lang="de-DE" sz="70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95BE86C-C418-081F-C8D9-E32169C19734}"/>
              </a:ext>
            </a:extLst>
          </p:cNvPr>
          <p:cNvSpPr txBox="1"/>
          <p:nvPr/>
        </p:nvSpPr>
        <p:spPr>
          <a:xfrm>
            <a:off x="13960792" y="1718824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cur_card_t</a:t>
            </a:r>
            <a:endParaRPr lang="de-DE" sz="700" dirty="0"/>
          </a:p>
        </p:txBody>
      </p:sp>
      <p:cxnSp>
        <p:nvCxnSpPr>
          <p:cNvPr id="161" name="Straight Arrow Connector 47">
            <a:extLst>
              <a:ext uri="{FF2B5EF4-FFF2-40B4-BE49-F238E27FC236}">
                <a16:creationId xmlns:a16="http://schemas.microsoft.com/office/drawing/2014/main" id="{B91AA7E6-5D6A-83FD-575F-8602468A4ED4}"/>
              </a:ext>
            </a:extLst>
          </p:cNvPr>
          <p:cNvCxnSpPr>
            <a:cxnSpLocks/>
            <a:stCxn id="127" idx="3"/>
            <a:endCxn id="128" idx="1"/>
          </p:cNvCxnSpPr>
          <p:nvPr/>
        </p:nvCxnSpPr>
        <p:spPr>
          <a:xfrm flipV="1">
            <a:off x="13378550" y="846298"/>
            <a:ext cx="611812" cy="57521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47">
            <a:extLst>
              <a:ext uri="{FF2B5EF4-FFF2-40B4-BE49-F238E27FC236}">
                <a16:creationId xmlns:a16="http://schemas.microsoft.com/office/drawing/2014/main" id="{F9322FC9-6144-DF39-F993-9D758FB87BF5}"/>
              </a:ext>
            </a:extLst>
          </p:cNvPr>
          <p:cNvCxnSpPr>
            <a:cxnSpLocks/>
            <a:stCxn id="127" idx="3"/>
            <a:endCxn id="130" idx="1"/>
          </p:cNvCxnSpPr>
          <p:nvPr/>
        </p:nvCxnSpPr>
        <p:spPr>
          <a:xfrm>
            <a:off x="13378552" y="1421516"/>
            <a:ext cx="611811" cy="342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47">
            <a:extLst>
              <a:ext uri="{FF2B5EF4-FFF2-40B4-BE49-F238E27FC236}">
                <a16:creationId xmlns:a16="http://schemas.microsoft.com/office/drawing/2014/main" id="{3C100E37-84D4-1A2B-614A-50E1327D689E}"/>
              </a:ext>
            </a:extLst>
          </p:cNvPr>
          <p:cNvCxnSpPr>
            <a:cxnSpLocks/>
            <a:stCxn id="127" idx="3"/>
          </p:cNvCxnSpPr>
          <p:nvPr/>
        </p:nvCxnSpPr>
        <p:spPr>
          <a:xfrm>
            <a:off x="13378552" y="1421516"/>
            <a:ext cx="611811" cy="58636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0" name="Graphic 169" descr="Table outline">
            <a:extLst>
              <a:ext uri="{FF2B5EF4-FFF2-40B4-BE49-F238E27FC236}">
                <a16:creationId xmlns:a16="http://schemas.microsoft.com/office/drawing/2014/main" id="{8B18E059-E208-7C31-208F-A71FB7E3E2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92164" y="5316678"/>
            <a:ext cx="481251" cy="481251"/>
          </a:xfrm>
          <a:prstGeom prst="rect">
            <a:avLst/>
          </a:prstGeom>
        </p:spPr>
      </p:pic>
      <p:pic>
        <p:nvPicPr>
          <p:cNvPr id="171" name="Picture 2" descr="bucket Icon - Free PNG &amp; SVG 394460 - Noun Project">
            <a:extLst>
              <a:ext uri="{FF2B5EF4-FFF2-40B4-BE49-F238E27FC236}">
                <a16:creationId xmlns:a16="http://schemas.microsoft.com/office/drawing/2014/main" id="{634862D5-D282-966B-2D23-1347F27D69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3429" y="5594891"/>
            <a:ext cx="198421" cy="19842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EA4A8589-632D-084B-664B-3A85156269F4}"/>
              </a:ext>
            </a:extLst>
          </p:cNvPr>
          <p:cNvSpPr/>
          <p:nvPr/>
        </p:nvSpPr>
        <p:spPr>
          <a:xfrm>
            <a:off x="10392101" y="5467649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73" name="Straight Arrow Connector 47">
            <a:extLst>
              <a:ext uri="{FF2B5EF4-FFF2-40B4-BE49-F238E27FC236}">
                <a16:creationId xmlns:a16="http://schemas.microsoft.com/office/drawing/2014/main" id="{5E95E87A-C016-C64D-A1F4-CD2A84C18431}"/>
              </a:ext>
            </a:extLst>
          </p:cNvPr>
          <p:cNvCxnSpPr>
            <a:cxnSpLocks/>
            <a:stCxn id="70" idx="1"/>
            <a:endCxn id="172" idx="1"/>
          </p:cNvCxnSpPr>
          <p:nvPr/>
        </p:nvCxnSpPr>
        <p:spPr>
          <a:xfrm flipV="1">
            <a:off x="3041525" y="5570726"/>
            <a:ext cx="7350576" cy="817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47">
            <a:extLst>
              <a:ext uri="{FF2B5EF4-FFF2-40B4-BE49-F238E27FC236}">
                <a16:creationId xmlns:a16="http://schemas.microsoft.com/office/drawing/2014/main" id="{986D94C1-BB39-5876-726E-F9B050A3CBD0}"/>
              </a:ext>
            </a:extLst>
          </p:cNvPr>
          <p:cNvCxnSpPr>
            <a:cxnSpLocks/>
            <a:stCxn id="172" idx="3"/>
            <a:endCxn id="170" idx="1"/>
          </p:cNvCxnSpPr>
          <p:nvPr/>
        </p:nvCxnSpPr>
        <p:spPr>
          <a:xfrm flipV="1">
            <a:off x="11051181" y="5557302"/>
            <a:ext cx="340983" cy="1342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898968-926B-01B0-5F2E-49D929692280}"/>
              </a:ext>
            </a:extLst>
          </p:cNvPr>
          <p:cNvSpPr txBox="1"/>
          <p:nvPr/>
        </p:nvSpPr>
        <p:spPr>
          <a:xfrm>
            <a:off x="11287786" y="5251785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raw_merchant_t</a:t>
            </a:r>
            <a:endParaRPr lang="de-DE" sz="700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8CD28B5B-2AD5-1712-0479-4593A61B5144}"/>
              </a:ext>
            </a:extLst>
          </p:cNvPr>
          <p:cNvSpPr txBox="1"/>
          <p:nvPr/>
        </p:nvSpPr>
        <p:spPr>
          <a:xfrm>
            <a:off x="13855107" y="2821724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cur_transaction_with_merchant_t</a:t>
            </a:r>
            <a:endParaRPr lang="de-DE" sz="700" dirty="0"/>
          </a:p>
        </p:txBody>
      </p:sp>
      <p:cxnSp>
        <p:nvCxnSpPr>
          <p:cNvPr id="185" name="Straight Arrow Connector 47">
            <a:extLst>
              <a:ext uri="{FF2B5EF4-FFF2-40B4-BE49-F238E27FC236}">
                <a16:creationId xmlns:a16="http://schemas.microsoft.com/office/drawing/2014/main" id="{F55418AB-2B15-EFE6-8F16-2D3DBE0319EF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11933289" y="3134022"/>
            <a:ext cx="781488" cy="612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>
            <a:extLst>
              <a:ext uri="{FF2B5EF4-FFF2-40B4-BE49-F238E27FC236}">
                <a16:creationId xmlns:a16="http://schemas.microsoft.com/office/drawing/2014/main" id="{39FA3964-0B6A-6660-7DFD-6085B94BCB91}"/>
              </a:ext>
            </a:extLst>
          </p:cNvPr>
          <p:cNvSpPr/>
          <p:nvPr/>
        </p:nvSpPr>
        <p:spPr>
          <a:xfrm>
            <a:off x="12714777" y="3037069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88" name="Straight Arrow Connector 47">
            <a:extLst>
              <a:ext uri="{FF2B5EF4-FFF2-40B4-BE49-F238E27FC236}">
                <a16:creationId xmlns:a16="http://schemas.microsoft.com/office/drawing/2014/main" id="{312CBB0E-3851-77C2-3135-C60966BC4476}"/>
              </a:ext>
            </a:extLst>
          </p:cNvPr>
          <p:cNvCxnSpPr>
            <a:cxnSpLocks/>
            <a:stCxn id="186" idx="3"/>
            <a:endCxn id="131" idx="1"/>
          </p:cNvCxnSpPr>
          <p:nvPr/>
        </p:nvCxnSpPr>
        <p:spPr>
          <a:xfrm>
            <a:off x="13373857" y="3140146"/>
            <a:ext cx="833277" cy="204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47">
            <a:extLst>
              <a:ext uri="{FF2B5EF4-FFF2-40B4-BE49-F238E27FC236}">
                <a16:creationId xmlns:a16="http://schemas.microsoft.com/office/drawing/2014/main" id="{E0FA4B54-22F9-75DA-34E8-235CFF928952}"/>
              </a:ext>
            </a:extLst>
          </p:cNvPr>
          <p:cNvCxnSpPr>
            <a:cxnSpLocks/>
            <a:stCxn id="170" idx="3"/>
            <a:endCxn id="186" idx="1"/>
          </p:cNvCxnSpPr>
          <p:nvPr/>
        </p:nvCxnSpPr>
        <p:spPr>
          <a:xfrm flipV="1">
            <a:off x="11873413" y="3140144"/>
            <a:ext cx="841364" cy="2417158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ounded Rectangle 1029">
            <a:extLst>
              <a:ext uri="{FF2B5EF4-FFF2-40B4-BE49-F238E27FC236}">
                <a16:creationId xmlns:a16="http://schemas.microsoft.com/office/drawing/2014/main" id="{3C2726B0-4F0E-7ACF-CE17-87463C371A91}"/>
              </a:ext>
            </a:extLst>
          </p:cNvPr>
          <p:cNvSpPr/>
          <p:nvPr/>
        </p:nvSpPr>
        <p:spPr>
          <a:xfrm>
            <a:off x="15548404" y="3039113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031" name="Straight Arrow Connector 47">
            <a:extLst>
              <a:ext uri="{FF2B5EF4-FFF2-40B4-BE49-F238E27FC236}">
                <a16:creationId xmlns:a16="http://schemas.microsoft.com/office/drawing/2014/main" id="{26118814-3D58-A812-1B02-F891C3E196F5}"/>
              </a:ext>
            </a:extLst>
          </p:cNvPr>
          <p:cNvCxnSpPr>
            <a:cxnSpLocks/>
            <a:stCxn id="131" idx="3"/>
            <a:endCxn id="1030" idx="1"/>
          </p:cNvCxnSpPr>
          <p:nvPr/>
        </p:nvCxnSpPr>
        <p:spPr>
          <a:xfrm flipV="1">
            <a:off x="14688385" y="3142190"/>
            <a:ext cx="860021" cy="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Straight Arrow Connector 47">
            <a:extLst>
              <a:ext uri="{FF2B5EF4-FFF2-40B4-BE49-F238E27FC236}">
                <a16:creationId xmlns:a16="http://schemas.microsoft.com/office/drawing/2014/main" id="{0AF059DF-6571-AE66-7B6A-2769A95D9785}"/>
              </a:ext>
            </a:extLst>
          </p:cNvPr>
          <p:cNvCxnSpPr>
            <a:cxnSpLocks/>
            <a:stCxn id="128" idx="3"/>
            <a:endCxn id="1030" idx="1"/>
          </p:cNvCxnSpPr>
          <p:nvPr/>
        </p:nvCxnSpPr>
        <p:spPr>
          <a:xfrm>
            <a:off x="14471615" y="846298"/>
            <a:ext cx="1076791" cy="229589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7" name="Graphic 1036" descr="Table outline">
            <a:extLst>
              <a:ext uri="{FF2B5EF4-FFF2-40B4-BE49-F238E27FC236}">
                <a16:creationId xmlns:a16="http://schemas.microsoft.com/office/drawing/2014/main" id="{296A9A64-5926-784C-600D-809A9788B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5641" y="2903659"/>
            <a:ext cx="481251" cy="481251"/>
          </a:xfrm>
          <a:prstGeom prst="rect">
            <a:avLst/>
          </a:prstGeom>
        </p:spPr>
      </p:pic>
      <p:pic>
        <p:nvPicPr>
          <p:cNvPr id="1038" name="Picture 2" descr="bucket Icon - Free PNG &amp; SVG 394460 - Noun Project">
            <a:extLst>
              <a:ext uri="{FF2B5EF4-FFF2-40B4-BE49-F238E27FC236}">
                <a16:creationId xmlns:a16="http://schemas.microsoft.com/office/drawing/2014/main" id="{0DDC7033-B163-8BC8-6586-F5E51B0A4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6906" y="3181872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039" name="Straight Arrow Connector 47">
            <a:extLst>
              <a:ext uri="{FF2B5EF4-FFF2-40B4-BE49-F238E27FC236}">
                <a16:creationId xmlns:a16="http://schemas.microsoft.com/office/drawing/2014/main" id="{31B5550A-5B66-4AE1-78C7-D56896157FFD}"/>
              </a:ext>
            </a:extLst>
          </p:cNvPr>
          <p:cNvCxnSpPr>
            <a:cxnSpLocks/>
            <a:stCxn id="1030" idx="3"/>
            <a:endCxn id="1037" idx="1"/>
          </p:cNvCxnSpPr>
          <p:nvPr/>
        </p:nvCxnSpPr>
        <p:spPr>
          <a:xfrm>
            <a:off x="16207484" y="3142190"/>
            <a:ext cx="408157" cy="209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9" name="Rounded Rectangle 1098">
            <a:extLst>
              <a:ext uri="{FF2B5EF4-FFF2-40B4-BE49-F238E27FC236}">
                <a16:creationId xmlns:a16="http://schemas.microsoft.com/office/drawing/2014/main" id="{3645188D-9692-7641-AD93-5897492D023D}"/>
              </a:ext>
            </a:extLst>
          </p:cNvPr>
          <p:cNvSpPr/>
          <p:nvPr/>
        </p:nvSpPr>
        <p:spPr>
          <a:xfrm>
            <a:off x="1810646" y="2638967"/>
            <a:ext cx="15774704" cy="2096084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ounded Rectangle 1099">
            <a:extLst>
              <a:ext uri="{FF2B5EF4-FFF2-40B4-BE49-F238E27FC236}">
                <a16:creationId xmlns:a16="http://schemas.microsoft.com/office/drawing/2014/main" id="{E71F5534-BA0C-477B-2CB2-0DA8FD89E141}"/>
              </a:ext>
            </a:extLst>
          </p:cNvPr>
          <p:cNvSpPr/>
          <p:nvPr/>
        </p:nvSpPr>
        <p:spPr>
          <a:xfrm>
            <a:off x="2084390" y="2539621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Payment</a:t>
            </a:r>
          </a:p>
        </p:txBody>
      </p:sp>
      <p:sp>
        <p:nvSpPr>
          <p:cNvPr id="1101" name="Rounded Rectangle 1100">
            <a:extLst>
              <a:ext uri="{FF2B5EF4-FFF2-40B4-BE49-F238E27FC236}">
                <a16:creationId xmlns:a16="http://schemas.microsoft.com/office/drawing/2014/main" id="{254658ED-8B09-0EC7-D836-F4DC19735C25}"/>
              </a:ext>
            </a:extLst>
          </p:cNvPr>
          <p:cNvSpPr/>
          <p:nvPr/>
        </p:nvSpPr>
        <p:spPr>
          <a:xfrm>
            <a:off x="1810646" y="5029495"/>
            <a:ext cx="10872586" cy="1661698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ounded Rectangle 1101">
            <a:extLst>
              <a:ext uri="{FF2B5EF4-FFF2-40B4-BE49-F238E27FC236}">
                <a16:creationId xmlns:a16="http://schemas.microsoft.com/office/drawing/2014/main" id="{284EE469-83A5-67BF-3F89-4EDC5FD962C6}"/>
              </a:ext>
            </a:extLst>
          </p:cNvPr>
          <p:cNvSpPr/>
          <p:nvPr/>
        </p:nvSpPr>
        <p:spPr>
          <a:xfrm>
            <a:off x="2121472" y="4919811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Reference Data</a:t>
            </a:r>
          </a:p>
        </p:txBody>
      </p:sp>
      <p:pic>
        <p:nvPicPr>
          <p:cNvPr id="1109" name="Graphic 1108" descr="Table outline">
            <a:extLst>
              <a:ext uri="{FF2B5EF4-FFF2-40B4-BE49-F238E27FC236}">
                <a16:creationId xmlns:a16="http://schemas.microsoft.com/office/drawing/2014/main" id="{8EEC8C6C-57BF-99E9-EFC5-3B0E56D351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6647" y="1947280"/>
            <a:ext cx="368444" cy="368444"/>
          </a:xfrm>
          <a:prstGeom prst="rect">
            <a:avLst/>
          </a:prstGeom>
        </p:spPr>
      </p:pic>
      <p:pic>
        <p:nvPicPr>
          <p:cNvPr id="1110" name="Graphic 1109" descr="Table outline">
            <a:extLst>
              <a:ext uri="{FF2B5EF4-FFF2-40B4-BE49-F238E27FC236}">
                <a16:creationId xmlns:a16="http://schemas.microsoft.com/office/drawing/2014/main" id="{3D9C4D69-E18C-32F7-A6A4-8D8CE9DF56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36332" y="1947280"/>
            <a:ext cx="368444" cy="368444"/>
          </a:xfrm>
          <a:prstGeom prst="rect">
            <a:avLst/>
          </a:prstGeom>
        </p:spPr>
      </p:pic>
      <p:pic>
        <p:nvPicPr>
          <p:cNvPr id="1112" name="Graphic 1111" descr="Table outline">
            <a:extLst>
              <a:ext uri="{FF2B5EF4-FFF2-40B4-BE49-F238E27FC236}">
                <a16:creationId xmlns:a16="http://schemas.microsoft.com/office/drawing/2014/main" id="{A5EA3D44-EB91-D816-ED81-A2400CC32E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83208" y="1947280"/>
            <a:ext cx="368444" cy="368444"/>
          </a:xfrm>
          <a:prstGeom prst="rect">
            <a:avLst/>
          </a:prstGeom>
        </p:spPr>
      </p:pic>
      <p:pic>
        <p:nvPicPr>
          <p:cNvPr id="1113" name="Graphic 1112" descr="Table outline">
            <a:extLst>
              <a:ext uri="{FF2B5EF4-FFF2-40B4-BE49-F238E27FC236}">
                <a16:creationId xmlns:a16="http://schemas.microsoft.com/office/drawing/2014/main" id="{3330B5E5-CE0C-2727-6DD9-F8D0719A7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2922" y="1947280"/>
            <a:ext cx="368444" cy="368444"/>
          </a:xfrm>
          <a:prstGeom prst="rect">
            <a:avLst/>
          </a:prstGeom>
        </p:spPr>
      </p:pic>
      <p:sp>
        <p:nvSpPr>
          <p:cNvPr id="1114" name="TextBox 1113">
            <a:extLst>
              <a:ext uri="{FF2B5EF4-FFF2-40B4-BE49-F238E27FC236}">
                <a16:creationId xmlns:a16="http://schemas.microsoft.com/office/drawing/2014/main" id="{AAA09D3E-4B16-3DAE-643A-2D2C04EB5449}"/>
              </a:ext>
            </a:extLst>
          </p:cNvPr>
          <p:cNvSpPr txBox="1"/>
          <p:nvPr/>
        </p:nvSpPr>
        <p:spPr>
          <a:xfrm>
            <a:off x="2149677" y="1891804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person</a:t>
            </a:r>
            <a:endParaRPr lang="de-DE" sz="700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961BFFFA-C2D4-FE6C-1E04-28221AE4DCDE}"/>
              </a:ext>
            </a:extLst>
          </p:cNvPr>
          <p:cNvSpPr txBox="1"/>
          <p:nvPr/>
        </p:nvSpPr>
        <p:spPr>
          <a:xfrm>
            <a:off x="2474996" y="1898793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address</a:t>
            </a:r>
            <a:endParaRPr lang="de-DE" sz="700" dirty="0"/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0941FCB0-C3A6-70F5-955B-7A52BCC0DEB0}"/>
              </a:ext>
            </a:extLst>
          </p:cNvPr>
          <p:cNvSpPr txBox="1"/>
          <p:nvPr/>
        </p:nvSpPr>
        <p:spPr>
          <a:xfrm>
            <a:off x="2822792" y="1899354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country</a:t>
            </a:r>
            <a:endParaRPr lang="de-DE" sz="700" dirty="0"/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DF465787-74EF-5D7F-97CA-C86C5D192C6C}"/>
              </a:ext>
            </a:extLst>
          </p:cNvPr>
          <p:cNvSpPr txBox="1"/>
          <p:nvPr/>
        </p:nvSpPr>
        <p:spPr>
          <a:xfrm>
            <a:off x="3208570" y="1893293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card</a:t>
            </a:r>
            <a:endParaRPr lang="de-DE" sz="700" dirty="0"/>
          </a:p>
        </p:txBody>
      </p:sp>
      <p:sp>
        <p:nvSpPr>
          <p:cNvPr id="1121" name="Can 1120">
            <a:extLst>
              <a:ext uri="{FF2B5EF4-FFF2-40B4-BE49-F238E27FC236}">
                <a16:creationId xmlns:a16="http://schemas.microsoft.com/office/drawing/2014/main" id="{FF67B152-7EF7-8729-0540-223851F017BD}"/>
              </a:ext>
            </a:extLst>
          </p:cNvPr>
          <p:cNvSpPr/>
          <p:nvPr/>
        </p:nvSpPr>
        <p:spPr>
          <a:xfrm rot="5400000">
            <a:off x="2405424" y="5673928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1122" name="Rounded Rectangle 1121">
            <a:extLst>
              <a:ext uri="{FF2B5EF4-FFF2-40B4-BE49-F238E27FC236}">
                <a16:creationId xmlns:a16="http://schemas.microsoft.com/office/drawing/2014/main" id="{883681DD-139B-C280-901A-109CD0C62E20}"/>
              </a:ext>
            </a:extLst>
          </p:cNvPr>
          <p:cNvSpPr/>
          <p:nvPr/>
        </p:nvSpPr>
        <p:spPr>
          <a:xfrm>
            <a:off x="2236571" y="604438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ounded Rectangle 1122">
            <a:extLst>
              <a:ext uri="{FF2B5EF4-FFF2-40B4-BE49-F238E27FC236}">
                <a16:creationId xmlns:a16="http://schemas.microsoft.com/office/drawing/2014/main" id="{9C99A0D2-79AA-4D51-85D4-28F68CCCD9AC}"/>
              </a:ext>
            </a:extLst>
          </p:cNvPr>
          <p:cNvSpPr/>
          <p:nvPr/>
        </p:nvSpPr>
        <p:spPr>
          <a:xfrm>
            <a:off x="2494067" y="604438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TextBox 1123">
            <a:extLst>
              <a:ext uri="{FF2B5EF4-FFF2-40B4-BE49-F238E27FC236}">
                <a16:creationId xmlns:a16="http://schemas.microsoft.com/office/drawing/2014/main" id="{F78738CE-FA47-DFA9-DDD1-423D1B1A7D0E}"/>
              </a:ext>
            </a:extLst>
          </p:cNvPr>
          <p:cNvSpPr txBox="1"/>
          <p:nvPr/>
        </p:nvSpPr>
        <p:spPr>
          <a:xfrm>
            <a:off x="3117098" y="628102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4117F76A-4108-D397-8897-96890926AFA5}"/>
              </a:ext>
            </a:extLst>
          </p:cNvPr>
          <p:cNvSpPr txBox="1"/>
          <p:nvPr/>
        </p:nvSpPr>
        <p:spPr>
          <a:xfrm>
            <a:off x="2052790" y="5840416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priv.ref.geonames.state.v1</a:t>
            </a:r>
          </a:p>
        </p:txBody>
      </p:sp>
      <p:sp>
        <p:nvSpPr>
          <p:cNvPr id="1126" name="Rounded Rectangle 1125">
            <a:extLst>
              <a:ext uri="{FF2B5EF4-FFF2-40B4-BE49-F238E27FC236}">
                <a16:creationId xmlns:a16="http://schemas.microsoft.com/office/drawing/2014/main" id="{A33B6668-8A5F-3C72-952F-A0BF9F176A14}"/>
              </a:ext>
            </a:extLst>
          </p:cNvPr>
          <p:cNvSpPr/>
          <p:nvPr/>
        </p:nvSpPr>
        <p:spPr>
          <a:xfrm>
            <a:off x="3389806" y="6333005"/>
            <a:ext cx="793882" cy="22985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File to Kafka</a:t>
            </a:r>
          </a:p>
        </p:txBody>
      </p:sp>
      <p:pic>
        <p:nvPicPr>
          <p:cNvPr id="1130" name="Graphic 1129" descr="Paper outline">
            <a:extLst>
              <a:ext uri="{FF2B5EF4-FFF2-40B4-BE49-F238E27FC236}">
                <a16:creationId xmlns:a16="http://schemas.microsoft.com/office/drawing/2014/main" id="{5B0D81CB-2580-68D2-AE71-CE135599C2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17530" y="6245589"/>
            <a:ext cx="404472" cy="404472"/>
          </a:xfrm>
          <a:prstGeom prst="rect">
            <a:avLst/>
          </a:prstGeom>
        </p:spPr>
      </p:pic>
      <p:cxnSp>
        <p:nvCxnSpPr>
          <p:cNvPr id="1131" name="Straight Arrow Connector 47">
            <a:extLst>
              <a:ext uri="{FF2B5EF4-FFF2-40B4-BE49-F238E27FC236}">
                <a16:creationId xmlns:a16="http://schemas.microsoft.com/office/drawing/2014/main" id="{0C00FC9A-5EBD-DF3B-4DAB-4FE3A7843E2C}"/>
              </a:ext>
            </a:extLst>
          </p:cNvPr>
          <p:cNvCxnSpPr>
            <a:cxnSpLocks/>
            <a:stCxn id="1126" idx="1"/>
            <a:endCxn id="1121" idx="3"/>
          </p:cNvCxnSpPr>
          <p:nvPr/>
        </p:nvCxnSpPr>
        <p:spPr>
          <a:xfrm rot="10800000">
            <a:off x="2103090" y="6131596"/>
            <a:ext cx="1286716" cy="316337"/>
          </a:xfrm>
          <a:prstGeom prst="curvedConnector5">
            <a:avLst>
              <a:gd name="adj1" fmla="val 26180"/>
              <a:gd name="adj2" fmla="val 1414"/>
              <a:gd name="adj3" fmla="val 117766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7" name="Straight Arrow Connector 47">
            <a:extLst>
              <a:ext uri="{FF2B5EF4-FFF2-40B4-BE49-F238E27FC236}">
                <a16:creationId xmlns:a16="http://schemas.microsoft.com/office/drawing/2014/main" id="{EE161CBB-5A0F-7DAE-9B3E-74788AEF7E2B}"/>
              </a:ext>
            </a:extLst>
          </p:cNvPr>
          <p:cNvCxnSpPr>
            <a:cxnSpLocks/>
            <a:stCxn id="1130" idx="1"/>
            <a:endCxn id="1126" idx="3"/>
          </p:cNvCxnSpPr>
          <p:nvPr/>
        </p:nvCxnSpPr>
        <p:spPr>
          <a:xfrm rot="10800000" flipV="1">
            <a:off x="4183688" y="6447826"/>
            <a:ext cx="233842" cy="10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0" name="TextBox 1139">
            <a:extLst>
              <a:ext uri="{FF2B5EF4-FFF2-40B4-BE49-F238E27FC236}">
                <a16:creationId xmlns:a16="http://schemas.microsoft.com/office/drawing/2014/main" id="{70FAA4D7-8666-AD82-3B1D-988D8E3BBC96}"/>
              </a:ext>
            </a:extLst>
          </p:cNvPr>
          <p:cNvSpPr txBox="1"/>
          <p:nvPr/>
        </p:nvSpPr>
        <p:spPr>
          <a:xfrm>
            <a:off x="4366646" y="6146060"/>
            <a:ext cx="914400" cy="122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US" sz="700" dirty="0"/>
              <a:t>cities1000.txt</a:t>
            </a:r>
          </a:p>
        </p:txBody>
      </p:sp>
      <p:sp>
        <p:nvSpPr>
          <p:cNvPr id="1150" name="Rounded Rectangle 1149">
            <a:extLst>
              <a:ext uri="{FF2B5EF4-FFF2-40B4-BE49-F238E27FC236}">
                <a16:creationId xmlns:a16="http://schemas.microsoft.com/office/drawing/2014/main" id="{3F59B708-14B4-6309-AA43-243E0132764B}"/>
              </a:ext>
            </a:extLst>
          </p:cNvPr>
          <p:cNvSpPr/>
          <p:nvPr/>
        </p:nvSpPr>
        <p:spPr>
          <a:xfrm>
            <a:off x="8244101" y="4199712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151" name="Straight Arrow Connector 47">
            <a:extLst>
              <a:ext uri="{FF2B5EF4-FFF2-40B4-BE49-F238E27FC236}">
                <a16:creationId xmlns:a16="http://schemas.microsoft.com/office/drawing/2014/main" id="{9A277930-8834-BE49-9C0A-3499B7FD5A8D}"/>
              </a:ext>
            </a:extLst>
          </p:cNvPr>
          <p:cNvCxnSpPr>
            <a:cxnSpLocks/>
            <a:stCxn id="1121" idx="1"/>
            <a:endCxn id="1150" idx="1"/>
          </p:cNvCxnSpPr>
          <p:nvPr/>
        </p:nvCxnSpPr>
        <p:spPr>
          <a:xfrm flipV="1">
            <a:off x="3018423" y="4302787"/>
            <a:ext cx="5225678" cy="18288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3" name="Straight Arrow Connector 47">
            <a:extLst>
              <a:ext uri="{FF2B5EF4-FFF2-40B4-BE49-F238E27FC236}">
                <a16:creationId xmlns:a16="http://schemas.microsoft.com/office/drawing/2014/main" id="{EA815649-34E2-E3AD-9F87-A2F2CDE03C35}"/>
              </a:ext>
            </a:extLst>
          </p:cNvPr>
          <p:cNvCxnSpPr>
            <a:cxnSpLocks/>
            <a:stCxn id="85" idx="1"/>
            <a:endCxn id="1150" idx="1"/>
          </p:cNvCxnSpPr>
          <p:nvPr/>
        </p:nvCxnSpPr>
        <p:spPr>
          <a:xfrm>
            <a:off x="7730945" y="3822765"/>
            <a:ext cx="513156" cy="48002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TextBox 1166">
            <a:extLst>
              <a:ext uri="{FF2B5EF4-FFF2-40B4-BE49-F238E27FC236}">
                <a16:creationId xmlns:a16="http://schemas.microsoft.com/office/drawing/2014/main" id="{C785EC6A-D258-6268-A1F9-C35F7479E13D}"/>
              </a:ext>
            </a:extLst>
          </p:cNvPr>
          <p:cNvSpPr txBox="1"/>
          <p:nvPr/>
        </p:nvSpPr>
        <p:spPr>
          <a:xfrm>
            <a:off x="13675750" y="52028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826861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ure 2020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_Fonts_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custClrLst>
    <a:custClr name="Accent Purple 1">
      <a:srgbClr val="B455AA"/>
    </a:custClr>
    <a:custClr name="Accent Purple 2">
      <a:srgbClr val="A055F5"/>
    </a:custClr>
    <a:custClr name="Accent Purple 3">
      <a:srgbClr val="BE82FF"/>
    </a:custClr>
    <a:custClr name="Accent Purple 4">
      <a:srgbClr val="DCAFFF"/>
    </a:custClr>
    <a:custClr name="Accent Purple 5">
      <a:srgbClr val="E6DC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ue">
      <a:srgbClr val="0041F0"/>
    </a:custClr>
    <a:custClr name="Light Blue">
      <a:srgbClr val="00FFFF"/>
    </a:custClr>
    <a:custClr name="Green">
      <a:srgbClr val="64FF50"/>
    </a:custClr>
    <a:custClr name="Blue Green">
      <a:srgbClr val="05F0A5"/>
    </a:custClr>
    <a:custClr name="Red">
      <a:srgbClr val="FF3246"/>
    </a:custClr>
    <a:custClr name="Pink">
      <a:srgbClr val="FF50A0"/>
    </a:custClr>
    <a:custClr name="Orange">
      <a:srgbClr val="FF7800"/>
    </a:custClr>
    <a:custClr name="Yellow">
      <a:srgbClr val="FFEB32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Acc_PPT_IMP_Tmplt_Arial_Fixed-Accessibility_2024" id="{933D12F4-E6D8-2544-BB9E-9972CA3939D1}" vid="{E17AB01B-D3BF-AE46-80F5-E0B27047D7E1}"/>
    </a:ext>
  </a:extLst>
</a:theme>
</file>

<file path=ppt/theme/theme2.xml><?xml version="1.0" encoding="utf-8"?>
<a:theme xmlns:a="http://schemas.openxmlformats.org/drawingml/2006/main" name="Office Theme">
  <a:themeElements>
    <a:clrScheme name="Acc_Colors_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_Fonts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9EF807C2354943A31A31FB9E6B8A38" ma:contentTypeVersion="2" ma:contentTypeDescription="Create a new document." ma:contentTypeScope="" ma:versionID="f03a519f31e72ece704f842ab0e4ba72">
  <xsd:schema xmlns:xsd="http://www.w3.org/2001/XMLSchema" xmlns:xs="http://www.w3.org/2001/XMLSchema" xmlns:p="http://schemas.microsoft.com/office/2006/metadata/properties" xmlns:ns2="5d757215-fbc3-4533-822f-84ec73f97a40" targetNamespace="http://schemas.microsoft.com/office/2006/metadata/properties" ma:root="true" ma:fieldsID="1cb72d0557a9ded9ba0b46b2c3d18190" ns2:_="">
    <xsd:import namespace="5d757215-fbc3-4533-822f-84ec73f97a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757215-fbc3-4533-822f-84ec73f97a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6BFFC05-B2F6-4CED-BE65-F75B1EB7AD7B}">
  <ds:schemaRefs>
    <ds:schemaRef ds:uri="http://purl.org/dc/dcmitype/"/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f09dec34-126f-4759-b06d-a920de720ce4"/>
    <ds:schemaRef ds:uri="http://schemas.openxmlformats.org/package/2006/metadata/core-properties"/>
    <ds:schemaRef ds:uri="http://schemas.microsoft.com/office/infopath/2007/PartnerControls"/>
    <ds:schemaRef ds:uri="17c09f85-56e7-4417-b5d2-7fa4154de31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9831B46-6CD1-40D2-9FB5-3E58559F90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E8BD94-4C5F-4212-A7B2-A3B2366772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757215-fbc3-4533-822f-84ec73f97a4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Accenture 2020</Template>
  <TotalTime>194</TotalTime>
  <Words>143</Words>
  <Application>Microsoft Macintosh PowerPoint</Application>
  <PresentationFormat>Custom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Black</vt:lpstr>
      <vt:lpstr>Palatino Linotype</vt:lpstr>
      <vt:lpstr>System Font</vt:lpstr>
      <vt:lpstr>Accenture 2020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Accenture PowerPoint Template 16x9 Arial</dc:subject>
  <dc:creator>Schmutz Guido</dc:creator>
  <cp:lastModifiedBy>Schmutz Guido</cp:lastModifiedBy>
  <cp:revision>3</cp:revision>
  <cp:lastPrinted>2020-11-17T04:05:48Z</cp:lastPrinted>
  <dcterms:created xsi:type="dcterms:W3CDTF">2026-04-07T12:52:27Z</dcterms:created>
  <dcterms:modified xsi:type="dcterms:W3CDTF">2026-04-08T05:39:28Z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0x010100339EF807C2354943A31A31FB9E6B8A38</vt:lpwstr>
  </property>
</Properties>
</file>